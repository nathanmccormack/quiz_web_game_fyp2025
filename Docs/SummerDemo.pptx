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35" r:id="rId5"/>
    <p:sldId id="336" r:id="rId6"/>
    <p:sldId id="345" r:id="rId7"/>
    <p:sldId id="354" r:id="rId8"/>
    <p:sldId id="360" r:id="rId9"/>
    <p:sldId id="361" r:id="rId10"/>
    <p:sldId id="348" r:id="rId11"/>
    <p:sldId id="352" r:id="rId12"/>
    <p:sldId id="362" r:id="rId13"/>
    <p:sldId id="353" r:id="rId14"/>
    <p:sldId id="359" r:id="rId15"/>
    <p:sldId id="358" r:id="rId16"/>
    <p:sldId id="357" r:id="rId17"/>
    <p:sldId id="356" r:id="rId18"/>
    <p:sldId id="347" r:id="rId19"/>
    <p:sldId id="35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F39891"/>
    <a:srgbClr val="F9AA19"/>
    <a:srgbClr val="468C8A"/>
    <a:srgbClr val="66B2B0"/>
    <a:srgbClr val="F9C996"/>
    <a:srgbClr val="F49838"/>
    <a:srgbClr val="00FF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04E57-F5F2-41F3-8456-93F20D3DBC05}" v="128" dt="2026-04-27T21:04:00.801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38"/>
      </p:cViewPr>
      <p:guideLst>
        <p:guide pos="6504"/>
        <p:guide orient="horz" pos="3696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C CORMACK - STUDENT" userId="67a71875-fada-4ba3-98db-004519d37f23" providerId="ADAL" clId="{C8CCCE63-08FA-44E1-BD6F-44CA6586AA5D}"/>
    <pc:docChg chg="undo custSel addSld delSld modSld sldOrd">
      <pc:chgData name="NATHAN MC CORMACK - STUDENT" userId="67a71875-fada-4ba3-98db-004519d37f23" providerId="ADAL" clId="{C8CCCE63-08FA-44E1-BD6F-44CA6586AA5D}" dt="2026-04-27T21:06:08.577" v="10508" actId="1076"/>
      <pc:docMkLst>
        <pc:docMk/>
      </pc:docMkLst>
      <pc:sldChg chg="modSp mod">
        <pc:chgData name="NATHAN MC CORMACK - STUDENT" userId="67a71875-fada-4ba3-98db-004519d37f23" providerId="ADAL" clId="{C8CCCE63-08FA-44E1-BD6F-44CA6586AA5D}" dt="2026-04-26T19:20:33.594" v="7874" actId="1076"/>
        <pc:sldMkLst>
          <pc:docMk/>
          <pc:sldMk cId="954410245" sldId="335"/>
        </pc:sldMkLst>
        <pc:spChg chg="mod">
          <ac:chgData name="NATHAN MC CORMACK - STUDENT" userId="67a71875-fada-4ba3-98db-004519d37f23" providerId="ADAL" clId="{C8CCCE63-08FA-44E1-BD6F-44CA6586AA5D}" dt="2026-04-26T19:20:33.594" v="7874" actId="1076"/>
          <ac:spMkLst>
            <pc:docMk/>
            <pc:sldMk cId="954410245" sldId="335"/>
            <ac:spMk id="3" creationId="{2BE0BCE3-7A85-71CE-E027-A8E454AF1454}"/>
          </ac:spMkLst>
        </pc:spChg>
      </pc:sldChg>
      <pc:sldChg chg="addSp delSp modSp mod setBg">
        <pc:chgData name="NATHAN MC CORMACK - STUDENT" userId="67a71875-fada-4ba3-98db-004519d37f23" providerId="ADAL" clId="{C8CCCE63-08FA-44E1-BD6F-44CA6586AA5D}" dt="2026-04-26T19:17:27.546" v="7826" actId="1076"/>
        <pc:sldMkLst>
          <pc:docMk/>
          <pc:sldMk cId="582749365" sldId="336"/>
        </pc:sldMkLst>
        <pc:spChg chg="mod">
          <ac:chgData name="NATHAN MC CORMACK - STUDENT" userId="67a71875-fada-4ba3-98db-004519d37f23" providerId="ADAL" clId="{C8CCCE63-08FA-44E1-BD6F-44CA6586AA5D}" dt="2026-04-26T18:32:33.106" v="7554" actId="1076"/>
          <ac:spMkLst>
            <pc:docMk/>
            <pc:sldMk cId="582749365" sldId="336"/>
            <ac:spMk id="2" creationId="{08F0870A-EBCD-13FC-D1A2-49C555C48170}"/>
          </ac:spMkLst>
        </pc:spChg>
        <pc:spChg chg="mod">
          <ac:chgData name="NATHAN MC CORMACK - STUDENT" userId="67a71875-fada-4ba3-98db-004519d37f23" providerId="ADAL" clId="{C8CCCE63-08FA-44E1-BD6F-44CA6586AA5D}" dt="2026-04-26T19:17:27.546" v="7826" actId="1076"/>
          <ac:spMkLst>
            <pc:docMk/>
            <pc:sldMk cId="582749365" sldId="336"/>
            <ac:spMk id="3" creationId="{089920E1-1F47-D3FB-B5CD-7110B3795525}"/>
          </ac:spMkLst>
        </pc:spChg>
        <pc:spChg chg="del mod">
          <ac:chgData name="NATHAN MC CORMACK - STUDENT" userId="67a71875-fada-4ba3-98db-004519d37f23" providerId="ADAL" clId="{C8CCCE63-08FA-44E1-BD6F-44CA6586AA5D}" dt="2026-04-26T15:05:21.978" v="7490" actId="21"/>
          <ac:spMkLst>
            <pc:docMk/>
            <pc:sldMk cId="582749365" sldId="336"/>
            <ac:spMk id="4" creationId="{967A48A9-EFA9-3F42-18C5-2A36D2EE28E1}"/>
          </ac:spMkLst>
        </pc:spChg>
        <pc:spChg chg="del mod">
          <ac:chgData name="NATHAN MC CORMACK - STUDENT" userId="67a71875-fada-4ba3-98db-004519d37f23" providerId="ADAL" clId="{C8CCCE63-08FA-44E1-BD6F-44CA6586AA5D}" dt="2026-04-26T15:07:01.918" v="7506" actId="21"/>
          <ac:spMkLst>
            <pc:docMk/>
            <pc:sldMk cId="582749365" sldId="336"/>
            <ac:spMk id="7" creationId="{70B4EC43-20C2-1DA5-646B-B8D26CF7D003}"/>
          </ac:spMkLst>
        </pc:spChg>
        <pc:spChg chg="mod">
          <ac:chgData name="NATHAN MC CORMACK - STUDENT" userId="67a71875-fada-4ba3-98db-004519d37f23" providerId="ADAL" clId="{C8CCCE63-08FA-44E1-BD6F-44CA6586AA5D}" dt="2026-04-26T19:13:30.201" v="7790" actId="1076"/>
          <ac:spMkLst>
            <pc:docMk/>
            <pc:sldMk cId="582749365" sldId="336"/>
            <ac:spMk id="8" creationId="{5C7890A7-EAA2-9146-5536-EFFD056A1370}"/>
          </ac:spMkLst>
        </pc:spChg>
        <pc:spChg chg="mod">
          <ac:chgData name="NATHAN MC CORMACK - STUDENT" userId="67a71875-fada-4ba3-98db-004519d37f23" providerId="ADAL" clId="{C8CCCE63-08FA-44E1-BD6F-44CA6586AA5D}" dt="2026-04-26T19:14:13.779" v="7796" actId="1076"/>
          <ac:spMkLst>
            <pc:docMk/>
            <pc:sldMk cId="582749365" sldId="336"/>
            <ac:spMk id="9" creationId="{D2E23959-FA7B-E89C-D2BE-D79058A82AEA}"/>
          </ac:spMkLst>
        </pc:spChg>
        <pc:spChg chg="add mod">
          <ac:chgData name="NATHAN MC CORMACK - STUDENT" userId="67a71875-fada-4ba3-98db-004519d37f23" providerId="ADAL" clId="{C8CCCE63-08FA-44E1-BD6F-44CA6586AA5D}" dt="2026-04-26T19:14:02.799" v="7795" actId="1076"/>
          <ac:spMkLst>
            <pc:docMk/>
            <pc:sldMk cId="582749365" sldId="336"/>
            <ac:spMk id="11" creationId="{6DD9E353-4A24-6ECB-C666-2D65F4787FAC}"/>
          </ac:spMkLst>
        </pc:spChg>
        <pc:spChg chg="add mod ord">
          <ac:chgData name="NATHAN MC CORMACK - STUDENT" userId="67a71875-fada-4ba3-98db-004519d37f23" providerId="ADAL" clId="{C8CCCE63-08FA-44E1-BD6F-44CA6586AA5D}" dt="2026-04-26T19:14:59.223" v="7802" actId="1076"/>
          <ac:spMkLst>
            <pc:docMk/>
            <pc:sldMk cId="582749365" sldId="336"/>
            <ac:spMk id="14" creationId="{6EDE2D1C-E48B-8189-57AD-E94D0CE03172}"/>
          </ac:spMkLst>
        </pc:spChg>
        <pc:spChg chg="add del mod">
          <ac:chgData name="NATHAN MC CORMACK - STUDENT" userId="67a71875-fada-4ba3-98db-004519d37f23" providerId="ADAL" clId="{C8CCCE63-08FA-44E1-BD6F-44CA6586AA5D}" dt="2026-04-26T15:07:06.036" v="7507" actId="21"/>
          <ac:spMkLst>
            <pc:docMk/>
            <pc:sldMk cId="582749365" sldId="336"/>
            <ac:spMk id="18" creationId="{2D59B708-7D44-BD43-0098-81EADDF036CB}"/>
          </ac:spMkLst>
        </pc:spChg>
        <pc:spChg chg="add mod">
          <ac:chgData name="NATHAN MC CORMACK - STUDENT" userId="67a71875-fada-4ba3-98db-004519d37f23" providerId="ADAL" clId="{C8CCCE63-08FA-44E1-BD6F-44CA6586AA5D}" dt="2026-04-26T18:27:15.025" v="7545" actId="571"/>
          <ac:spMkLst>
            <pc:docMk/>
            <pc:sldMk cId="582749365" sldId="336"/>
            <ac:spMk id="21" creationId="{81DAEC9F-0F1B-AFF0-E8A0-3A6FA6D56FE4}"/>
          </ac:spMkLst>
        </pc:spChg>
        <pc:spChg chg="add mod">
          <ac:chgData name="NATHAN MC CORMACK - STUDENT" userId="67a71875-fada-4ba3-98db-004519d37f23" providerId="ADAL" clId="{C8CCCE63-08FA-44E1-BD6F-44CA6586AA5D}" dt="2026-04-26T18:27:15.025" v="7545" actId="571"/>
          <ac:spMkLst>
            <pc:docMk/>
            <pc:sldMk cId="582749365" sldId="336"/>
            <ac:spMk id="22" creationId="{F9415FF5-FF28-20CC-B431-B1616E48611B}"/>
          </ac:spMkLst>
        </pc:spChg>
        <pc:picChg chg="add mod">
          <ac:chgData name="NATHAN MC CORMACK - STUDENT" userId="67a71875-fada-4ba3-98db-004519d37f23" providerId="ADAL" clId="{C8CCCE63-08FA-44E1-BD6F-44CA6586AA5D}" dt="2026-04-26T19:13:30.201" v="7790" actId="1076"/>
          <ac:picMkLst>
            <pc:docMk/>
            <pc:sldMk cId="582749365" sldId="336"/>
            <ac:picMk id="6" creationId="{783005C0-3396-A4B0-0F81-7940A9C9BBEE}"/>
          </ac:picMkLst>
        </pc:picChg>
        <pc:picChg chg="add mod">
          <ac:chgData name="NATHAN MC CORMACK - STUDENT" userId="67a71875-fada-4ba3-98db-004519d37f23" providerId="ADAL" clId="{C8CCCE63-08FA-44E1-BD6F-44CA6586AA5D}" dt="2026-04-26T19:14:02.799" v="7795" actId="1076"/>
          <ac:picMkLst>
            <pc:docMk/>
            <pc:sldMk cId="582749365" sldId="336"/>
            <ac:picMk id="10" creationId="{E7A664C4-D3D0-2927-AF41-4B12DEC75ADB}"/>
          </ac:picMkLst>
        </pc:picChg>
        <pc:picChg chg="add del mod">
          <ac:chgData name="NATHAN MC CORMACK - STUDENT" userId="67a71875-fada-4ba3-98db-004519d37f23" providerId="ADAL" clId="{C8CCCE63-08FA-44E1-BD6F-44CA6586AA5D}" dt="2026-04-26T15:05:01.515" v="7481" actId="21"/>
          <ac:picMkLst>
            <pc:docMk/>
            <pc:sldMk cId="582749365" sldId="336"/>
            <ac:picMk id="13" creationId="{B723C5EA-03C6-F804-83F6-0F87B4C8240F}"/>
          </ac:picMkLst>
        </pc:picChg>
        <pc:picChg chg="add mod modCrop">
          <ac:chgData name="NATHAN MC CORMACK - STUDENT" userId="67a71875-fada-4ba3-98db-004519d37f23" providerId="ADAL" clId="{C8CCCE63-08FA-44E1-BD6F-44CA6586AA5D}" dt="2026-04-26T19:14:40.575" v="7801" actId="14100"/>
          <ac:picMkLst>
            <pc:docMk/>
            <pc:sldMk cId="582749365" sldId="336"/>
            <ac:picMk id="16" creationId="{C31EAFFF-8274-2A93-CE74-B7D607D18697}"/>
          </ac:picMkLst>
        </pc:picChg>
        <pc:picChg chg="add mod">
          <ac:chgData name="NATHAN MC CORMACK - STUDENT" userId="67a71875-fada-4ba3-98db-004519d37f23" providerId="ADAL" clId="{C8CCCE63-08FA-44E1-BD6F-44CA6586AA5D}" dt="2026-04-26T18:27:15.025" v="7545" actId="571"/>
          <ac:picMkLst>
            <pc:docMk/>
            <pc:sldMk cId="582749365" sldId="336"/>
            <ac:picMk id="19" creationId="{4335B0D8-35C2-DA24-979D-1D604A77F628}"/>
          </ac:picMkLst>
        </pc:picChg>
        <pc:picChg chg="add mod">
          <ac:chgData name="NATHAN MC CORMACK - STUDENT" userId="67a71875-fada-4ba3-98db-004519d37f23" providerId="ADAL" clId="{C8CCCE63-08FA-44E1-BD6F-44CA6586AA5D}" dt="2026-04-26T18:27:15.025" v="7545" actId="571"/>
          <ac:picMkLst>
            <pc:docMk/>
            <pc:sldMk cId="582749365" sldId="336"/>
            <ac:picMk id="20" creationId="{BCB94520-864B-D438-EEA1-9AB88AF723D3}"/>
          </ac:picMkLst>
        </pc:picChg>
        <pc:picChg chg="add mod">
          <ac:chgData name="NATHAN MC CORMACK - STUDENT" userId="67a71875-fada-4ba3-98db-004519d37f23" providerId="ADAL" clId="{C8CCCE63-08FA-44E1-BD6F-44CA6586AA5D}" dt="2026-04-26T18:27:15.025" v="7545" actId="571"/>
          <ac:picMkLst>
            <pc:docMk/>
            <pc:sldMk cId="582749365" sldId="336"/>
            <ac:picMk id="23" creationId="{287919FC-0DCC-E8BA-047C-85C76A141076}"/>
          </ac:picMkLst>
        </pc:picChg>
        <pc:picChg chg="add mod">
          <ac:chgData name="NATHAN MC CORMACK - STUDENT" userId="67a71875-fada-4ba3-98db-004519d37f23" providerId="ADAL" clId="{C8CCCE63-08FA-44E1-BD6F-44CA6586AA5D}" dt="2026-04-26T18:27:15.025" v="7545" actId="571"/>
          <ac:picMkLst>
            <pc:docMk/>
            <pc:sldMk cId="582749365" sldId="336"/>
            <ac:picMk id="24" creationId="{2CF65EFD-A059-0F44-F7F7-085665940482}"/>
          </ac:picMkLst>
        </pc:picChg>
        <pc:picChg chg="mod">
          <ac:chgData name="NATHAN MC CORMACK - STUDENT" userId="67a71875-fada-4ba3-98db-004519d37f23" providerId="ADAL" clId="{C8CCCE63-08FA-44E1-BD6F-44CA6586AA5D}" dt="2026-04-26T19:14:13.779" v="7796" actId="1076"/>
          <ac:picMkLst>
            <pc:docMk/>
            <pc:sldMk cId="582749365" sldId="336"/>
            <ac:picMk id="1026" creationId="{5CAE67A3-DC8D-FBC6-E93F-D2DAA53236AE}"/>
          </ac:picMkLst>
        </pc:picChg>
      </pc:sldChg>
      <pc:sldChg chg="del">
        <pc:chgData name="NATHAN MC CORMACK - STUDENT" userId="67a71875-fada-4ba3-98db-004519d37f23" providerId="ADAL" clId="{C8CCCE63-08FA-44E1-BD6F-44CA6586AA5D}" dt="2026-04-26T19:11:47.520" v="7775" actId="2696"/>
        <pc:sldMkLst>
          <pc:docMk/>
          <pc:sldMk cId="2099008355" sldId="339"/>
        </pc:sldMkLst>
      </pc:sldChg>
      <pc:sldChg chg="del ord">
        <pc:chgData name="NATHAN MC CORMACK - STUDENT" userId="67a71875-fada-4ba3-98db-004519d37f23" providerId="ADAL" clId="{C8CCCE63-08FA-44E1-BD6F-44CA6586AA5D}" dt="2026-04-26T19:15:41.008" v="7804" actId="2696"/>
        <pc:sldMkLst>
          <pc:docMk/>
          <pc:sldMk cId="4043390973" sldId="340"/>
        </pc:sldMkLst>
      </pc:sldChg>
      <pc:sldChg chg="del">
        <pc:chgData name="NATHAN MC CORMACK - STUDENT" userId="67a71875-fada-4ba3-98db-004519d37f23" providerId="ADAL" clId="{C8CCCE63-08FA-44E1-BD6F-44CA6586AA5D}" dt="2026-04-26T13:57:54.945" v="7345" actId="2696"/>
        <pc:sldMkLst>
          <pc:docMk/>
          <pc:sldMk cId="3813948168" sldId="343"/>
        </pc:sldMkLst>
      </pc:sldChg>
      <pc:sldChg chg="modSp mod ord">
        <pc:chgData name="NATHAN MC CORMACK - STUDENT" userId="67a71875-fada-4ba3-98db-004519d37f23" providerId="ADAL" clId="{C8CCCE63-08FA-44E1-BD6F-44CA6586AA5D}" dt="2026-04-26T20:21:20.782" v="7879" actId="20577"/>
        <pc:sldMkLst>
          <pc:docMk/>
          <pc:sldMk cId="1684465119" sldId="345"/>
        </pc:sldMkLst>
        <pc:spChg chg="mod">
          <ac:chgData name="NATHAN MC CORMACK - STUDENT" userId="67a71875-fada-4ba3-98db-004519d37f23" providerId="ADAL" clId="{C8CCCE63-08FA-44E1-BD6F-44CA6586AA5D}" dt="2026-04-26T18:34:44.704" v="7593" actId="14100"/>
          <ac:spMkLst>
            <pc:docMk/>
            <pc:sldMk cId="1684465119" sldId="345"/>
            <ac:spMk id="2" creationId="{A28186A1-11A8-21B1-B6A0-AA1A1DAA5A9A}"/>
          </ac:spMkLst>
        </pc:spChg>
        <pc:spChg chg="mod">
          <ac:chgData name="NATHAN MC CORMACK - STUDENT" userId="67a71875-fada-4ba3-98db-004519d37f23" providerId="ADAL" clId="{C8CCCE63-08FA-44E1-BD6F-44CA6586AA5D}" dt="2026-04-26T19:17:19.883" v="7824" actId="1076"/>
          <ac:spMkLst>
            <pc:docMk/>
            <pc:sldMk cId="1684465119" sldId="345"/>
            <ac:spMk id="3" creationId="{C5430536-D522-9F5E-B2C4-24F7C757082B}"/>
          </ac:spMkLst>
        </pc:spChg>
        <pc:spChg chg="mod">
          <ac:chgData name="NATHAN MC CORMACK - STUDENT" userId="67a71875-fada-4ba3-98db-004519d37f23" providerId="ADAL" clId="{C8CCCE63-08FA-44E1-BD6F-44CA6586AA5D}" dt="2026-04-26T20:21:20.782" v="7879" actId="20577"/>
          <ac:spMkLst>
            <pc:docMk/>
            <pc:sldMk cId="1684465119" sldId="345"/>
            <ac:spMk id="4" creationId="{62726392-CD60-5510-F55F-D127A0566A26}"/>
          </ac:spMkLst>
        </pc:spChg>
        <pc:spChg chg="mod">
          <ac:chgData name="NATHAN MC CORMACK - STUDENT" userId="67a71875-fada-4ba3-98db-004519d37f23" providerId="ADAL" clId="{C8CCCE63-08FA-44E1-BD6F-44CA6586AA5D}" dt="2026-04-26T18:57:49.850" v="7597" actId="27636"/>
          <ac:spMkLst>
            <pc:docMk/>
            <pc:sldMk cId="1684465119" sldId="345"/>
            <ac:spMk id="5" creationId="{2726E51D-0E5E-98CC-19AE-F6AC7B00BF2E}"/>
          </ac:spMkLst>
        </pc:spChg>
      </pc:sldChg>
      <pc:sldChg chg="modSp mod ord">
        <pc:chgData name="NATHAN MC CORMACK - STUDENT" userId="67a71875-fada-4ba3-98db-004519d37f23" providerId="ADAL" clId="{C8CCCE63-08FA-44E1-BD6F-44CA6586AA5D}" dt="2026-04-27T21:03:48.041" v="10501" actId="1076"/>
        <pc:sldMkLst>
          <pc:docMk/>
          <pc:sldMk cId="3493061142" sldId="347"/>
        </pc:sldMkLst>
        <pc:spChg chg="mod">
          <ac:chgData name="NATHAN MC CORMACK - STUDENT" userId="67a71875-fada-4ba3-98db-004519d37f23" providerId="ADAL" clId="{C8CCCE63-08FA-44E1-BD6F-44CA6586AA5D}" dt="2026-04-27T21:03:48.041" v="10501" actId="1076"/>
          <ac:spMkLst>
            <pc:docMk/>
            <pc:sldMk cId="3493061142" sldId="347"/>
            <ac:spMk id="3" creationId="{62F18D8D-2BA3-12EA-EE93-93BBA79885E6}"/>
          </ac:spMkLst>
        </pc:spChg>
      </pc:sldChg>
      <pc:sldChg chg="addSp delSp modSp mod ord delAnim modAnim">
        <pc:chgData name="NATHAN MC CORMACK - STUDENT" userId="67a71875-fada-4ba3-98db-004519d37f23" providerId="ADAL" clId="{C8CCCE63-08FA-44E1-BD6F-44CA6586AA5D}" dt="2026-04-26T19:09:21.721" v="7706"/>
        <pc:sldMkLst>
          <pc:docMk/>
          <pc:sldMk cId="2109844648" sldId="348"/>
        </pc:sldMkLst>
        <pc:spChg chg="del">
          <ac:chgData name="NATHAN MC CORMACK - STUDENT" userId="67a71875-fada-4ba3-98db-004519d37f23" providerId="ADAL" clId="{C8CCCE63-08FA-44E1-BD6F-44CA6586AA5D}" dt="2026-04-26T13:58:22.184" v="7350" actId="21"/>
          <ac:spMkLst>
            <pc:docMk/>
            <pc:sldMk cId="2109844648" sldId="348"/>
            <ac:spMk id="2" creationId="{CC22D8AA-5886-CD04-4643-FC1FCB80B5E8}"/>
          </ac:spMkLst>
        </pc:spChg>
        <pc:spChg chg="mod">
          <ac:chgData name="NATHAN MC CORMACK - STUDENT" userId="67a71875-fada-4ba3-98db-004519d37f23" providerId="ADAL" clId="{C8CCCE63-08FA-44E1-BD6F-44CA6586AA5D}" dt="2026-04-26T13:58:48.059" v="7358" actId="1076"/>
          <ac:spMkLst>
            <pc:docMk/>
            <pc:sldMk cId="2109844648" sldId="348"/>
            <ac:spMk id="3" creationId="{A257FD33-7364-DE42-1750-602B77E22AE2}"/>
          </ac:spMkLst>
        </pc:spChg>
        <pc:spChg chg="del ord">
          <ac:chgData name="NATHAN MC CORMACK - STUDENT" userId="67a71875-fada-4ba3-98db-004519d37f23" providerId="ADAL" clId="{C8CCCE63-08FA-44E1-BD6F-44CA6586AA5D}" dt="2026-04-26T13:59:00.387" v="7361" actId="21"/>
          <ac:spMkLst>
            <pc:docMk/>
            <pc:sldMk cId="2109844648" sldId="348"/>
            <ac:spMk id="4" creationId="{D235096C-CA41-03C8-A677-EFA029D3A3F7}"/>
          </ac:spMkLst>
        </pc:spChg>
        <pc:spChg chg="del">
          <ac:chgData name="NATHAN MC CORMACK - STUDENT" userId="67a71875-fada-4ba3-98db-004519d37f23" providerId="ADAL" clId="{C8CCCE63-08FA-44E1-BD6F-44CA6586AA5D}" dt="2026-04-26T13:58:24.264" v="7351" actId="21"/>
          <ac:spMkLst>
            <pc:docMk/>
            <pc:sldMk cId="2109844648" sldId="348"/>
            <ac:spMk id="6" creationId="{9396908C-26F3-4302-6DCB-BED98445EBA8}"/>
          </ac:spMkLst>
        </pc:spChg>
        <pc:spChg chg="add mod">
          <ac:chgData name="NATHAN MC CORMACK - STUDENT" userId="67a71875-fada-4ba3-98db-004519d37f23" providerId="ADAL" clId="{C8CCCE63-08FA-44E1-BD6F-44CA6586AA5D}" dt="2026-04-26T14:00:34.999" v="7369" actId="1076"/>
          <ac:spMkLst>
            <pc:docMk/>
            <pc:sldMk cId="2109844648" sldId="348"/>
            <ac:spMk id="10" creationId="{2808B7D0-138A-F2B9-F3BC-C6010A7180D6}"/>
          </ac:spMkLst>
        </pc:spChg>
        <pc:spChg chg="add mod">
          <ac:chgData name="NATHAN MC CORMACK - STUDENT" userId="67a71875-fada-4ba3-98db-004519d37f23" providerId="ADAL" clId="{C8CCCE63-08FA-44E1-BD6F-44CA6586AA5D}" dt="2026-04-26T14:01:37.702" v="7375" actId="208"/>
          <ac:spMkLst>
            <pc:docMk/>
            <pc:sldMk cId="2109844648" sldId="348"/>
            <ac:spMk id="11" creationId="{167BC18D-6D48-8764-EB62-BC2F7E2A016E}"/>
          </ac:spMkLst>
        </pc:spChg>
        <pc:spChg chg="add mod">
          <ac:chgData name="NATHAN MC CORMACK - STUDENT" userId="67a71875-fada-4ba3-98db-004519d37f23" providerId="ADAL" clId="{C8CCCE63-08FA-44E1-BD6F-44CA6586AA5D}" dt="2026-04-26T14:02:52.219" v="7385" actId="208"/>
          <ac:spMkLst>
            <pc:docMk/>
            <pc:sldMk cId="2109844648" sldId="348"/>
            <ac:spMk id="12" creationId="{1E5B7A1D-F6C0-F65F-DF93-E60B40C253A4}"/>
          </ac:spMkLst>
        </pc:spChg>
        <pc:picChg chg="add mod">
          <ac:chgData name="NATHAN MC CORMACK - STUDENT" userId="67a71875-fada-4ba3-98db-004519d37f23" providerId="ADAL" clId="{C8CCCE63-08FA-44E1-BD6F-44CA6586AA5D}" dt="2026-04-26T14:01:46.276" v="7378" actId="1076"/>
          <ac:picMkLst>
            <pc:docMk/>
            <pc:sldMk cId="2109844648" sldId="348"/>
            <ac:picMk id="8" creationId="{3770F8E4-0DB2-A3D4-85CD-E060BA699521}"/>
          </ac:picMkLst>
        </pc:picChg>
        <pc:picChg chg="del">
          <ac:chgData name="NATHAN MC CORMACK - STUDENT" userId="67a71875-fada-4ba3-98db-004519d37f23" providerId="ADAL" clId="{C8CCCE63-08FA-44E1-BD6F-44CA6586AA5D}" dt="2026-04-26T13:58:19.359" v="7349" actId="21"/>
          <ac:picMkLst>
            <pc:docMk/>
            <pc:sldMk cId="2109844648" sldId="348"/>
            <ac:picMk id="9" creationId="{307244F0-7FE9-E186-1798-EB0549B9A64E}"/>
          </ac:picMkLst>
        </pc:picChg>
      </pc:sldChg>
      <pc:sldChg chg="del">
        <pc:chgData name="NATHAN MC CORMACK - STUDENT" userId="67a71875-fada-4ba3-98db-004519d37f23" providerId="ADAL" clId="{C8CCCE63-08FA-44E1-BD6F-44CA6586AA5D}" dt="2026-04-26T13:57:51.984" v="7344" actId="2696"/>
        <pc:sldMkLst>
          <pc:docMk/>
          <pc:sldMk cId="1457943937" sldId="349"/>
        </pc:sldMkLst>
      </pc:sldChg>
      <pc:sldChg chg="del">
        <pc:chgData name="NATHAN MC CORMACK - STUDENT" userId="67a71875-fada-4ba3-98db-004519d37f23" providerId="ADAL" clId="{C8CCCE63-08FA-44E1-BD6F-44CA6586AA5D}" dt="2026-04-26T13:57:47.189" v="7343" actId="2696"/>
        <pc:sldMkLst>
          <pc:docMk/>
          <pc:sldMk cId="3914602341" sldId="350"/>
        </pc:sldMkLst>
      </pc:sldChg>
      <pc:sldChg chg="addSp delSp modSp mod ord">
        <pc:chgData name="NATHAN MC CORMACK - STUDENT" userId="67a71875-fada-4ba3-98db-004519d37f23" providerId="ADAL" clId="{C8CCCE63-08FA-44E1-BD6F-44CA6586AA5D}" dt="2026-04-27T10:37:13.702" v="10002" actId="14861"/>
        <pc:sldMkLst>
          <pc:docMk/>
          <pc:sldMk cId="319688693" sldId="352"/>
        </pc:sldMkLst>
        <pc:spChg chg="mod">
          <ac:chgData name="NATHAN MC CORMACK - STUDENT" userId="67a71875-fada-4ba3-98db-004519d37f23" providerId="ADAL" clId="{C8CCCE63-08FA-44E1-BD6F-44CA6586AA5D}" dt="2026-04-26T23:28:28.030" v="9665" actId="1076"/>
          <ac:spMkLst>
            <pc:docMk/>
            <pc:sldMk cId="319688693" sldId="352"/>
            <ac:spMk id="2" creationId="{9ABD5360-55F4-9DE5-DA22-CC673DB5A581}"/>
          </ac:spMkLst>
        </pc:spChg>
        <pc:spChg chg="mod">
          <ac:chgData name="NATHAN MC CORMACK - STUDENT" userId="67a71875-fada-4ba3-98db-004519d37f23" providerId="ADAL" clId="{C8CCCE63-08FA-44E1-BD6F-44CA6586AA5D}" dt="2026-04-26T19:16:49.734" v="7818" actId="1076"/>
          <ac:spMkLst>
            <pc:docMk/>
            <pc:sldMk cId="319688693" sldId="352"/>
            <ac:spMk id="3" creationId="{2CD4349D-25A8-E22B-AA41-CFCEDE457202}"/>
          </ac:spMkLst>
        </pc:spChg>
        <pc:spChg chg="del">
          <ac:chgData name="NATHAN MC CORMACK - STUDENT" userId="67a71875-fada-4ba3-98db-004519d37f23" providerId="ADAL" clId="{C8CCCE63-08FA-44E1-BD6F-44CA6586AA5D}" dt="2026-04-26T23:14:46.292" v="9134" actId="21"/>
          <ac:spMkLst>
            <pc:docMk/>
            <pc:sldMk cId="319688693" sldId="352"/>
            <ac:spMk id="4" creationId="{4D68CAEA-7EC3-CD12-668B-8A14FBD4E804}"/>
          </ac:spMkLst>
        </pc:spChg>
        <pc:spChg chg="del">
          <ac:chgData name="NATHAN MC CORMACK - STUDENT" userId="67a71875-fada-4ba3-98db-004519d37f23" providerId="ADAL" clId="{C8CCCE63-08FA-44E1-BD6F-44CA6586AA5D}" dt="2026-04-26T19:18:15.046" v="7830" actId="21"/>
          <ac:spMkLst>
            <pc:docMk/>
            <pc:sldMk cId="319688693" sldId="352"/>
            <ac:spMk id="5" creationId="{B36A2124-D6FE-C46B-42F6-4E0C9C18F23D}"/>
          </ac:spMkLst>
        </pc:spChg>
        <pc:spChg chg="add mod">
          <ac:chgData name="NATHAN MC CORMACK - STUDENT" userId="67a71875-fada-4ba3-98db-004519d37f23" providerId="ADAL" clId="{C8CCCE63-08FA-44E1-BD6F-44CA6586AA5D}" dt="2026-04-26T23:28:36.371" v="9666" actId="1076"/>
          <ac:spMkLst>
            <pc:docMk/>
            <pc:sldMk cId="319688693" sldId="352"/>
            <ac:spMk id="7" creationId="{31CBDA99-3859-AD7C-F817-D1486DFBFE97}"/>
          </ac:spMkLst>
        </pc:spChg>
        <pc:picChg chg="add mod">
          <ac:chgData name="NATHAN MC CORMACK - STUDENT" userId="67a71875-fada-4ba3-98db-004519d37f23" providerId="ADAL" clId="{C8CCCE63-08FA-44E1-BD6F-44CA6586AA5D}" dt="2026-04-27T10:36:54.769" v="9998" actId="14100"/>
          <ac:picMkLst>
            <pc:docMk/>
            <pc:sldMk cId="319688693" sldId="352"/>
            <ac:picMk id="9" creationId="{3BD19AB8-16AE-C6F7-DEA5-E0D7261F60A9}"/>
          </ac:picMkLst>
        </pc:picChg>
        <pc:picChg chg="add mod">
          <ac:chgData name="NATHAN MC CORMACK - STUDENT" userId="67a71875-fada-4ba3-98db-004519d37f23" providerId="ADAL" clId="{C8CCCE63-08FA-44E1-BD6F-44CA6586AA5D}" dt="2026-04-27T10:37:13.702" v="10002" actId="14861"/>
          <ac:picMkLst>
            <pc:docMk/>
            <pc:sldMk cId="319688693" sldId="352"/>
            <ac:picMk id="11" creationId="{30F13940-1AB8-3E79-6D22-2AE4A9366509}"/>
          </ac:picMkLst>
        </pc:picChg>
        <pc:picChg chg="add del mod">
          <ac:chgData name="NATHAN MC CORMACK - STUDENT" userId="67a71875-fada-4ba3-98db-004519d37f23" providerId="ADAL" clId="{C8CCCE63-08FA-44E1-BD6F-44CA6586AA5D}" dt="2026-04-26T23:23:46.177" v="9408" actId="21"/>
          <ac:picMkLst>
            <pc:docMk/>
            <pc:sldMk cId="319688693" sldId="352"/>
            <ac:picMk id="1026" creationId="{86D9E23C-BC0D-E56E-52B3-758D3054197B}"/>
          </ac:picMkLst>
        </pc:picChg>
      </pc:sldChg>
      <pc:sldChg chg="modSp mod ord">
        <pc:chgData name="NATHAN MC CORMACK - STUDENT" userId="67a71875-fada-4ba3-98db-004519d37f23" providerId="ADAL" clId="{C8CCCE63-08FA-44E1-BD6F-44CA6586AA5D}" dt="2026-04-27T11:00:35.062" v="10466" actId="20577"/>
        <pc:sldMkLst>
          <pc:docMk/>
          <pc:sldMk cId="1457844257" sldId="353"/>
        </pc:sldMkLst>
        <pc:spChg chg="mod">
          <ac:chgData name="NATHAN MC CORMACK - STUDENT" userId="67a71875-fada-4ba3-98db-004519d37f23" providerId="ADAL" clId="{C8CCCE63-08FA-44E1-BD6F-44CA6586AA5D}" dt="2026-04-26T14:50:58.527" v="7425" actId="27107"/>
          <ac:spMkLst>
            <pc:docMk/>
            <pc:sldMk cId="1457844257" sldId="353"/>
            <ac:spMk id="2" creationId="{69437C32-1F8C-0BCC-CB06-7E737EA5500A}"/>
          </ac:spMkLst>
        </pc:spChg>
        <pc:spChg chg="mod">
          <ac:chgData name="NATHAN MC CORMACK - STUDENT" userId="67a71875-fada-4ba3-98db-004519d37f23" providerId="ADAL" clId="{C8CCCE63-08FA-44E1-BD6F-44CA6586AA5D}" dt="2026-04-26T23:29:47.358" v="9678" actId="14100"/>
          <ac:spMkLst>
            <pc:docMk/>
            <pc:sldMk cId="1457844257" sldId="353"/>
            <ac:spMk id="3" creationId="{39661433-334E-FA11-CBF0-26268C09758E}"/>
          </ac:spMkLst>
        </pc:spChg>
        <pc:spChg chg="mod">
          <ac:chgData name="NATHAN MC CORMACK - STUDENT" userId="67a71875-fada-4ba3-98db-004519d37f23" providerId="ADAL" clId="{C8CCCE63-08FA-44E1-BD6F-44CA6586AA5D}" dt="2026-04-27T11:00:35.062" v="10466" actId="20577"/>
          <ac:spMkLst>
            <pc:docMk/>
            <pc:sldMk cId="1457844257" sldId="353"/>
            <ac:spMk id="5" creationId="{47207F3B-ABE2-7E92-AEF4-A073AA0BBCBB}"/>
          </ac:spMkLst>
        </pc:spChg>
      </pc:sldChg>
      <pc:sldChg chg="addSp delSp modSp mod ord">
        <pc:chgData name="NATHAN MC CORMACK - STUDENT" userId="67a71875-fada-4ba3-98db-004519d37f23" providerId="ADAL" clId="{C8CCCE63-08FA-44E1-BD6F-44CA6586AA5D}" dt="2026-04-26T21:48:05.290" v="8366" actId="1076"/>
        <pc:sldMkLst>
          <pc:docMk/>
          <pc:sldMk cId="706747321" sldId="354"/>
        </pc:sldMkLst>
        <pc:spChg chg="mod">
          <ac:chgData name="NATHAN MC CORMACK - STUDENT" userId="67a71875-fada-4ba3-98db-004519d37f23" providerId="ADAL" clId="{C8CCCE63-08FA-44E1-BD6F-44CA6586AA5D}" dt="2026-04-26T19:01:00.881" v="7626" actId="20577"/>
          <ac:spMkLst>
            <pc:docMk/>
            <pc:sldMk cId="706747321" sldId="354"/>
            <ac:spMk id="2" creationId="{94AFD5E4-9EEE-18D8-B509-6DF0D5229774}"/>
          </ac:spMkLst>
        </pc:spChg>
        <pc:spChg chg="del mod">
          <ac:chgData name="NATHAN MC CORMACK - STUDENT" userId="67a71875-fada-4ba3-98db-004519d37f23" providerId="ADAL" clId="{C8CCCE63-08FA-44E1-BD6F-44CA6586AA5D}" dt="2026-04-26T19:01:13.123" v="7630"/>
          <ac:spMkLst>
            <pc:docMk/>
            <pc:sldMk cId="706747321" sldId="354"/>
            <ac:spMk id="3" creationId="{2F31DA21-13DC-A5E8-B0D5-594AD02149E4}"/>
          </ac:spMkLst>
        </pc:spChg>
        <pc:spChg chg="del">
          <ac:chgData name="NATHAN MC CORMACK - STUDENT" userId="67a71875-fada-4ba3-98db-004519d37f23" providerId="ADAL" clId="{C8CCCE63-08FA-44E1-BD6F-44CA6586AA5D}" dt="2026-04-26T19:01:07.629" v="7627" actId="21"/>
          <ac:spMkLst>
            <pc:docMk/>
            <pc:sldMk cId="706747321" sldId="354"/>
            <ac:spMk id="4" creationId="{E18B5B00-B107-A352-DAB3-CA59EF5B2141}"/>
          </ac:spMkLst>
        </pc:spChg>
        <pc:spChg chg="mod">
          <ac:chgData name="NATHAN MC CORMACK - STUDENT" userId="67a71875-fada-4ba3-98db-004519d37f23" providerId="ADAL" clId="{C8CCCE63-08FA-44E1-BD6F-44CA6586AA5D}" dt="2026-04-26T19:17:12.354" v="7822" actId="1076"/>
          <ac:spMkLst>
            <pc:docMk/>
            <pc:sldMk cId="706747321" sldId="354"/>
            <ac:spMk id="5" creationId="{2D0FB80B-CEE2-6E76-F369-C8B7598BCC96}"/>
          </ac:spMkLst>
        </pc:spChg>
        <pc:spChg chg="add mod">
          <ac:chgData name="NATHAN MC CORMACK - STUDENT" userId="67a71875-fada-4ba3-98db-004519d37f23" providerId="ADAL" clId="{C8CCCE63-08FA-44E1-BD6F-44CA6586AA5D}" dt="2026-04-26T20:21:33.670" v="7882" actId="1076"/>
          <ac:spMkLst>
            <pc:docMk/>
            <pc:sldMk cId="706747321" sldId="354"/>
            <ac:spMk id="6" creationId="{DCBD83AA-B8F2-068C-8EF2-1042B409F1EE}"/>
          </ac:spMkLst>
        </pc:spChg>
        <pc:spChg chg="del mod">
          <ac:chgData name="NATHAN MC CORMACK - STUDENT" userId="67a71875-fada-4ba3-98db-004519d37f23" providerId="ADAL" clId="{C8CCCE63-08FA-44E1-BD6F-44CA6586AA5D}" dt="2026-04-26T19:18:02.553" v="7828" actId="21"/>
          <ac:spMkLst>
            <pc:docMk/>
            <pc:sldMk cId="706747321" sldId="354"/>
            <ac:spMk id="7" creationId="{05E58513-447C-3A12-56FC-66A5268F7369}"/>
          </ac:spMkLst>
        </pc:spChg>
        <pc:spChg chg="add del mod">
          <ac:chgData name="NATHAN MC CORMACK - STUDENT" userId="67a71875-fada-4ba3-98db-004519d37f23" providerId="ADAL" clId="{C8CCCE63-08FA-44E1-BD6F-44CA6586AA5D}" dt="2026-04-26T21:41:38.939" v="8045" actId="14861"/>
          <ac:spMkLst>
            <pc:docMk/>
            <pc:sldMk cId="706747321" sldId="354"/>
            <ac:spMk id="8" creationId="{E231E5BB-F342-9B47-B899-F270969844AB}"/>
          </ac:spMkLst>
        </pc:spChg>
        <pc:spChg chg="add mod">
          <ac:chgData name="NATHAN MC CORMACK - STUDENT" userId="67a71875-fada-4ba3-98db-004519d37f23" providerId="ADAL" clId="{C8CCCE63-08FA-44E1-BD6F-44CA6586AA5D}" dt="2026-04-26T21:41:31.106" v="8044" actId="14861"/>
          <ac:spMkLst>
            <pc:docMk/>
            <pc:sldMk cId="706747321" sldId="354"/>
            <ac:spMk id="9" creationId="{BBE4C99F-1FCB-FA91-20BA-457D3E21F1F1}"/>
          </ac:spMkLst>
        </pc:spChg>
        <pc:spChg chg="add mod">
          <ac:chgData name="NATHAN MC CORMACK - STUDENT" userId="67a71875-fada-4ba3-98db-004519d37f23" providerId="ADAL" clId="{C8CCCE63-08FA-44E1-BD6F-44CA6586AA5D}" dt="2026-04-26T21:39:03.602" v="7993" actId="14861"/>
          <ac:spMkLst>
            <pc:docMk/>
            <pc:sldMk cId="706747321" sldId="354"/>
            <ac:spMk id="10" creationId="{D4F13C4F-02B1-B403-91C4-728548C68CE9}"/>
          </ac:spMkLst>
        </pc:spChg>
        <pc:spChg chg="add mod">
          <ac:chgData name="NATHAN MC CORMACK - STUDENT" userId="67a71875-fada-4ba3-98db-004519d37f23" providerId="ADAL" clId="{C8CCCE63-08FA-44E1-BD6F-44CA6586AA5D}" dt="2026-04-26T21:36:56.550" v="7979" actId="1076"/>
          <ac:spMkLst>
            <pc:docMk/>
            <pc:sldMk cId="706747321" sldId="354"/>
            <ac:spMk id="13" creationId="{71F65826-F453-9415-0655-68756ED80A14}"/>
          </ac:spMkLst>
        </pc:spChg>
        <pc:spChg chg="add mod">
          <ac:chgData name="NATHAN MC CORMACK - STUDENT" userId="67a71875-fada-4ba3-98db-004519d37f23" providerId="ADAL" clId="{C8CCCE63-08FA-44E1-BD6F-44CA6586AA5D}" dt="2026-04-26T21:36:56.550" v="7979" actId="1076"/>
          <ac:spMkLst>
            <pc:docMk/>
            <pc:sldMk cId="706747321" sldId="354"/>
            <ac:spMk id="14" creationId="{4B3DEECD-44B6-025E-666C-D37334F4F779}"/>
          </ac:spMkLst>
        </pc:spChg>
        <pc:spChg chg="add mod">
          <ac:chgData name="NATHAN MC CORMACK - STUDENT" userId="67a71875-fada-4ba3-98db-004519d37f23" providerId="ADAL" clId="{C8CCCE63-08FA-44E1-BD6F-44CA6586AA5D}" dt="2026-04-26T21:36:56.550" v="7979" actId="1076"/>
          <ac:spMkLst>
            <pc:docMk/>
            <pc:sldMk cId="706747321" sldId="354"/>
            <ac:spMk id="15" creationId="{AFEFAC2B-A9E8-C137-82A0-22B296A8DB1E}"/>
          </ac:spMkLst>
        </pc:spChg>
        <pc:spChg chg="add mod">
          <ac:chgData name="NATHAN MC CORMACK - STUDENT" userId="67a71875-fada-4ba3-98db-004519d37f23" providerId="ADAL" clId="{C8CCCE63-08FA-44E1-BD6F-44CA6586AA5D}" dt="2026-04-26T21:38:19.378" v="7990" actId="1076"/>
          <ac:spMkLst>
            <pc:docMk/>
            <pc:sldMk cId="706747321" sldId="354"/>
            <ac:spMk id="16" creationId="{2DECFC57-E403-1A1B-C012-33822EB3B76D}"/>
          </ac:spMkLst>
        </pc:spChg>
        <pc:spChg chg="add mod">
          <ac:chgData name="NATHAN MC CORMACK - STUDENT" userId="67a71875-fada-4ba3-98db-004519d37f23" providerId="ADAL" clId="{C8CCCE63-08FA-44E1-BD6F-44CA6586AA5D}" dt="2026-04-26T21:38:36.383" v="7992" actId="1076"/>
          <ac:spMkLst>
            <pc:docMk/>
            <pc:sldMk cId="706747321" sldId="354"/>
            <ac:spMk id="17" creationId="{4B8B52FC-84AE-CC49-C257-3FEA53038307}"/>
          </ac:spMkLst>
        </pc:spChg>
        <pc:spChg chg="add mod">
          <ac:chgData name="NATHAN MC CORMACK - STUDENT" userId="67a71875-fada-4ba3-98db-004519d37f23" providerId="ADAL" clId="{C8CCCE63-08FA-44E1-BD6F-44CA6586AA5D}" dt="2026-04-26T21:48:05.290" v="8366" actId="1076"/>
          <ac:spMkLst>
            <pc:docMk/>
            <pc:sldMk cId="706747321" sldId="354"/>
            <ac:spMk id="18" creationId="{F2B0BCCA-DC2A-10E8-B703-9771CDDCA35A}"/>
          </ac:spMkLst>
        </pc:spChg>
        <pc:picChg chg="add mod">
          <ac:chgData name="NATHAN MC CORMACK - STUDENT" userId="67a71875-fada-4ba3-98db-004519d37f23" providerId="ADAL" clId="{C8CCCE63-08FA-44E1-BD6F-44CA6586AA5D}" dt="2026-04-26T21:36:56.550" v="7979" actId="1076"/>
          <ac:picMkLst>
            <pc:docMk/>
            <pc:sldMk cId="706747321" sldId="354"/>
            <ac:picMk id="12" creationId="{C1CB0175-77A9-2B08-4BFE-70847C8F1B71}"/>
          </ac:picMkLst>
        </pc:picChg>
        <pc:cxnChg chg="add del mod">
          <ac:chgData name="NATHAN MC CORMACK - STUDENT" userId="67a71875-fada-4ba3-98db-004519d37f23" providerId="ADAL" clId="{C8CCCE63-08FA-44E1-BD6F-44CA6586AA5D}" dt="2026-04-26T21:45:53.607" v="8158" actId="21"/>
          <ac:cxnSpMkLst>
            <pc:docMk/>
            <pc:sldMk cId="706747321" sldId="354"/>
            <ac:cxnSpMk id="20" creationId="{9A186A47-0706-7ED2-B7D7-841DBABFE2F7}"/>
          </ac:cxnSpMkLst>
        </pc:cxnChg>
      </pc:sldChg>
      <pc:sldChg chg="modSp mod ord">
        <pc:chgData name="NATHAN MC CORMACK - STUDENT" userId="67a71875-fada-4ba3-98db-004519d37f23" providerId="ADAL" clId="{C8CCCE63-08FA-44E1-BD6F-44CA6586AA5D}" dt="2026-04-26T14:50:22.720" v="7424" actId="27636"/>
        <pc:sldMkLst>
          <pc:docMk/>
          <pc:sldMk cId="2692655069" sldId="355"/>
        </pc:sldMkLst>
        <pc:spChg chg="mod">
          <ac:chgData name="NATHAN MC CORMACK - STUDENT" userId="67a71875-fada-4ba3-98db-004519d37f23" providerId="ADAL" clId="{C8CCCE63-08FA-44E1-BD6F-44CA6586AA5D}" dt="2026-04-26T14:50:22.720" v="7424" actId="27636"/>
          <ac:spMkLst>
            <pc:docMk/>
            <pc:sldMk cId="2692655069" sldId="355"/>
            <ac:spMk id="3" creationId="{D349CEC5-2A70-C880-2E82-1D5D722C0DD2}"/>
          </ac:spMkLst>
        </pc:spChg>
      </pc:sldChg>
      <pc:sldChg chg="addSp delSp modSp mod ord">
        <pc:chgData name="NATHAN MC CORMACK - STUDENT" userId="67a71875-fada-4ba3-98db-004519d37f23" providerId="ADAL" clId="{C8CCCE63-08FA-44E1-BD6F-44CA6586AA5D}" dt="2026-04-27T16:22:03.161" v="10500"/>
        <pc:sldMkLst>
          <pc:docMk/>
          <pc:sldMk cId="198489485" sldId="356"/>
        </pc:sldMkLst>
        <pc:spChg chg="mod">
          <ac:chgData name="NATHAN MC CORMACK - STUDENT" userId="67a71875-fada-4ba3-98db-004519d37f23" providerId="ADAL" clId="{C8CCCE63-08FA-44E1-BD6F-44CA6586AA5D}" dt="2026-04-27T10:21:41.414" v="9743" actId="14100"/>
          <ac:spMkLst>
            <pc:docMk/>
            <pc:sldMk cId="198489485" sldId="356"/>
            <ac:spMk id="5" creationId="{CBFF9054-7529-83A4-9113-E0C77B6BA3C0}"/>
          </ac:spMkLst>
        </pc:spChg>
        <pc:spChg chg="mod">
          <ac:chgData name="NATHAN MC CORMACK - STUDENT" userId="67a71875-fada-4ba3-98db-004519d37f23" providerId="ADAL" clId="{C8CCCE63-08FA-44E1-BD6F-44CA6586AA5D}" dt="2026-04-26T19:18:35.484" v="7833" actId="1076"/>
          <ac:spMkLst>
            <pc:docMk/>
            <pc:sldMk cId="198489485" sldId="356"/>
            <ac:spMk id="7" creationId="{BD2D1889-835E-302B-0174-310C28677053}"/>
          </ac:spMkLst>
        </pc:spChg>
        <pc:picChg chg="add del mod">
          <ac:chgData name="NATHAN MC CORMACK - STUDENT" userId="67a71875-fada-4ba3-98db-004519d37f23" providerId="ADAL" clId="{C8CCCE63-08FA-44E1-BD6F-44CA6586AA5D}" dt="2026-04-27T10:20:28.349" v="9728" actId="21"/>
          <ac:picMkLst>
            <pc:docMk/>
            <pc:sldMk cId="198489485" sldId="356"/>
            <ac:picMk id="3" creationId="{0663F480-A2B9-718D-1038-0C75AD2A2A1C}"/>
          </ac:picMkLst>
        </pc:picChg>
        <pc:picChg chg="add del mod">
          <ac:chgData name="NATHAN MC CORMACK - STUDENT" userId="67a71875-fada-4ba3-98db-004519d37f23" providerId="ADAL" clId="{C8CCCE63-08FA-44E1-BD6F-44CA6586AA5D}" dt="2026-04-27T10:20:32.928" v="9730" actId="21"/>
          <ac:picMkLst>
            <pc:docMk/>
            <pc:sldMk cId="198489485" sldId="356"/>
            <ac:picMk id="4" creationId="{F34FDA70-95A9-A313-A284-7414C7855191}"/>
          </ac:picMkLst>
        </pc:picChg>
        <pc:picChg chg="add del mod">
          <ac:chgData name="NATHAN MC CORMACK - STUDENT" userId="67a71875-fada-4ba3-98db-004519d37f23" providerId="ADAL" clId="{C8CCCE63-08FA-44E1-BD6F-44CA6586AA5D}" dt="2026-04-27T10:20:35.068" v="9731" actId="21"/>
          <ac:picMkLst>
            <pc:docMk/>
            <pc:sldMk cId="198489485" sldId="356"/>
            <ac:picMk id="6" creationId="{BFF3E4D0-8138-5625-5343-D71CC5C0F7EE}"/>
          </ac:picMkLst>
        </pc:picChg>
        <pc:picChg chg="add del mod">
          <ac:chgData name="NATHAN MC CORMACK - STUDENT" userId="67a71875-fada-4ba3-98db-004519d37f23" providerId="ADAL" clId="{C8CCCE63-08FA-44E1-BD6F-44CA6586AA5D}" dt="2026-04-27T10:20:23.399" v="9726" actId="21"/>
          <ac:picMkLst>
            <pc:docMk/>
            <pc:sldMk cId="198489485" sldId="356"/>
            <ac:picMk id="8" creationId="{E6540509-DA8A-2972-2C46-B5204A2E1145}"/>
          </ac:picMkLst>
        </pc:picChg>
        <pc:picChg chg="add del mod">
          <ac:chgData name="NATHAN MC CORMACK - STUDENT" userId="67a71875-fada-4ba3-98db-004519d37f23" providerId="ADAL" clId="{C8CCCE63-08FA-44E1-BD6F-44CA6586AA5D}" dt="2026-04-27T10:20:23.399" v="9726" actId="21"/>
          <ac:picMkLst>
            <pc:docMk/>
            <pc:sldMk cId="198489485" sldId="356"/>
            <ac:picMk id="9" creationId="{A39C30B2-23F9-281B-52EC-80D70FF4E09D}"/>
          </ac:picMkLst>
        </pc:picChg>
        <pc:picChg chg="add del mod">
          <ac:chgData name="NATHAN MC CORMACK - STUDENT" userId="67a71875-fada-4ba3-98db-004519d37f23" providerId="ADAL" clId="{C8CCCE63-08FA-44E1-BD6F-44CA6586AA5D}" dt="2026-04-27T10:20:23.399" v="9726" actId="21"/>
          <ac:picMkLst>
            <pc:docMk/>
            <pc:sldMk cId="198489485" sldId="356"/>
            <ac:picMk id="10" creationId="{B900D7F5-33E6-2ADC-33EC-7A00E621C6BD}"/>
          </ac:picMkLst>
        </pc:picChg>
        <pc:picChg chg="add del mod">
          <ac:chgData name="NATHAN MC CORMACK - STUDENT" userId="67a71875-fada-4ba3-98db-004519d37f23" providerId="ADAL" clId="{C8CCCE63-08FA-44E1-BD6F-44CA6586AA5D}" dt="2026-04-27T10:20:23.399" v="9726" actId="21"/>
          <ac:picMkLst>
            <pc:docMk/>
            <pc:sldMk cId="198489485" sldId="356"/>
            <ac:picMk id="11" creationId="{86A49880-3EFE-77CE-E43E-A1BAD29875DA}"/>
          </ac:picMkLst>
        </pc:picChg>
        <pc:picChg chg="del">
          <ac:chgData name="NATHAN MC CORMACK - STUDENT" userId="67a71875-fada-4ba3-98db-004519d37f23" providerId="ADAL" clId="{C8CCCE63-08FA-44E1-BD6F-44CA6586AA5D}" dt="2026-04-27T10:20:46.977" v="9735" actId="478"/>
          <ac:picMkLst>
            <pc:docMk/>
            <pc:sldMk cId="198489485" sldId="356"/>
            <ac:picMk id="12" creationId="{120A5EF7-32A6-0BC7-1A96-32ED07378E0C}"/>
          </ac:picMkLst>
        </pc:picChg>
        <pc:picChg chg="add del mod">
          <ac:chgData name="NATHAN MC CORMACK - STUDENT" userId="67a71875-fada-4ba3-98db-004519d37f23" providerId="ADAL" clId="{C8CCCE63-08FA-44E1-BD6F-44CA6586AA5D}" dt="2026-04-27T10:20:23.399" v="9726" actId="21"/>
          <ac:picMkLst>
            <pc:docMk/>
            <pc:sldMk cId="198489485" sldId="356"/>
            <ac:picMk id="13" creationId="{4D7B6998-269D-C780-3659-FF4C3F802E6C}"/>
          </ac:picMkLst>
        </pc:picChg>
        <pc:picChg chg="add del mod">
          <ac:chgData name="NATHAN MC CORMACK - STUDENT" userId="67a71875-fada-4ba3-98db-004519d37f23" providerId="ADAL" clId="{C8CCCE63-08FA-44E1-BD6F-44CA6586AA5D}" dt="2026-04-27T10:20:23.399" v="9726" actId="21"/>
          <ac:picMkLst>
            <pc:docMk/>
            <pc:sldMk cId="198489485" sldId="356"/>
            <ac:picMk id="14" creationId="{58E23EE2-6F1A-1481-CD8B-F7F5979BAA9E}"/>
          </ac:picMkLst>
        </pc:picChg>
        <pc:picChg chg="add del mod">
          <ac:chgData name="NATHAN MC CORMACK - STUDENT" userId="67a71875-fada-4ba3-98db-004519d37f23" providerId="ADAL" clId="{C8CCCE63-08FA-44E1-BD6F-44CA6586AA5D}" dt="2026-04-27T10:20:28.349" v="9728" actId="21"/>
          <ac:picMkLst>
            <pc:docMk/>
            <pc:sldMk cId="198489485" sldId="356"/>
            <ac:picMk id="15" creationId="{103D02F9-54A5-5928-6F2A-D9A11FD1CDDE}"/>
          </ac:picMkLst>
        </pc:picChg>
        <pc:picChg chg="del">
          <ac:chgData name="NATHAN MC CORMACK - STUDENT" userId="67a71875-fada-4ba3-98db-004519d37f23" providerId="ADAL" clId="{C8CCCE63-08FA-44E1-BD6F-44CA6586AA5D}" dt="2026-04-27T10:20:46.383" v="9734" actId="478"/>
          <ac:picMkLst>
            <pc:docMk/>
            <pc:sldMk cId="198489485" sldId="356"/>
            <ac:picMk id="16" creationId="{6EF8ED11-38D2-7770-88DC-784F7F84202F}"/>
          </ac:picMkLst>
        </pc:picChg>
        <pc:picChg chg="add del mod">
          <ac:chgData name="NATHAN MC CORMACK - STUDENT" userId="67a71875-fada-4ba3-98db-004519d37f23" providerId="ADAL" clId="{C8CCCE63-08FA-44E1-BD6F-44CA6586AA5D}" dt="2026-04-27T10:20:28.349" v="9728" actId="21"/>
          <ac:picMkLst>
            <pc:docMk/>
            <pc:sldMk cId="198489485" sldId="356"/>
            <ac:picMk id="17" creationId="{6B0F5F0F-A338-80E9-2762-6A413F5A1FFF}"/>
          </ac:picMkLst>
        </pc:picChg>
        <pc:picChg chg="add del mod">
          <ac:chgData name="NATHAN MC CORMACK - STUDENT" userId="67a71875-fada-4ba3-98db-004519d37f23" providerId="ADAL" clId="{C8CCCE63-08FA-44E1-BD6F-44CA6586AA5D}" dt="2026-04-27T10:20:28.349" v="9728" actId="21"/>
          <ac:picMkLst>
            <pc:docMk/>
            <pc:sldMk cId="198489485" sldId="356"/>
            <ac:picMk id="18" creationId="{B2C29F0E-5238-4268-676F-30AF8DB9EC5E}"/>
          </ac:picMkLst>
        </pc:picChg>
        <pc:picChg chg="add del mod">
          <ac:chgData name="NATHAN MC CORMACK - STUDENT" userId="67a71875-fada-4ba3-98db-004519d37f23" providerId="ADAL" clId="{C8CCCE63-08FA-44E1-BD6F-44CA6586AA5D}" dt="2026-04-27T10:20:28.349" v="9728" actId="21"/>
          <ac:picMkLst>
            <pc:docMk/>
            <pc:sldMk cId="198489485" sldId="356"/>
            <ac:picMk id="19" creationId="{307918F2-2DE5-24BB-E471-6E55C9926B82}"/>
          </ac:picMkLst>
        </pc:picChg>
        <pc:picChg chg="add del mod">
          <ac:chgData name="NATHAN MC CORMACK - STUDENT" userId="67a71875-fada-4ba3-98db-004519d37f23" providerId="ADAL" clId="{C8CCCE63-08FA-44E1-BD6F-44CA6586AA5D}" dt="2026-04-27T10:20:28.349" v="9728" actId="21"/>
          <ac:picMkLst>
            <pc:docMk/>
            <pc:sldMk cId="198489485" sldId="356"/>
            <ac:picMk id="20" creationId="{C3627197-3A99-7B38-FD9B-46D52F54D699}"/>
          </ac:picMkLst>
        </pc:picChg>
        <pc:picChg chg="del">
          <ac:chgData name="NATHAN MC CORMACK - STUDENT" userId="67a71875-fada-4ba3-98db-004519d37f23" providerId="ADAL" clId="{C8CCCE63-08FA-44E1-BD6F-44CA6586AA5D}" dt="2026-04-27T10:20:47.573" v="9736" actId="478"/>
          <ac:picMkLst>
            <pc:docMk/>
            <pc:sldMk cId="198489485" sldId="356"/>
            <ac:picMk id="21" creationId="{4BB1EF07-1E8E-83AE-1665-28BEBD9BE6C5}"/>
          </ac:picMkLst>
        </pc:picChg>
        <pc:picChg chg="add mod modCrop">
          <ac:chgData name="NATHAN MC CORMACK - STUDENT" userId="67a71875-fada-4ba3-98db-004519d37f23" providerId="ADAL" clId="{C8CCCE63-08FA-44E1-BD6F-44CA6586AA5D}" dt="2026-04-27T10:24:01.132" v="9774" actId="14100"/>
          <ac:picMkLst>
            <pc:docMk/>
            <pc:sldMk cId="198489485" sldId="356"/>
            <ac:picMk id="23" creationId="{26641F43-E273-6B20-55D4-205E086C2B9D}"/>
          </ac:picMkLst>
        </pc:picChg>
        <pc:picChg chg="del">
          <ac:chgData name="NATHAN MC CORMACK - STUDENT" userId="67a71875-fada-4ba3-98db-004519d37f23" providerId="ADAL" clId="{C8CCCE63-08FA-44E1-BD6F-44CA6586AA5D}" dt="2026-04-27T10:20:30.567" v="9729" actId="21"/>
          <ac:picMkLst>
            <pc:docMk/>
            <pc:sldMk cId="198489485" sldId="356"/>
            <ac:picMk id="24" creationId="{E9652302-2348-F93F-82A6-BC47BE3C2132}"/>
          </ac:picMkLst>
        </pc:picChg>
        <pc:picChg chg="del">
          <ac:chgData name="NATHAN MC CORMACK - STUDENT" userId="67a71875-fada-4ba3-98db-004519d37f23" providerId="ADAL" clId="{C8CCCE63-08FA-44E1-BD6F-44CA6586AA5D}" dt="2026-04-27T10:20:46.034" v="9733" actId="478"/>
          <ac:picMkLst>
            <pc:docMk/>
            <pc:sldMk cId="198489485" sldId="356"/>
            <ac:picMk id="26" creationId="{15CE7323-3E88-8833-73FD-FA0E81A626AA}"/>
          </ac:picMkLst>
        </pc:picChg>
        <pc:picChg chg="add mod modCrop">
          <ac:chgData name="NATHAN MC CORMACK - STUDENT" userId="67a71875-fada-4ba3-98db-004519d37f23" providerId="ADAL" clId="{C8CCCE63-08FA-44E1-BD6F-44CA6586AA5D}" dt="2026-04-27T10:25:44.274" v="9786" actId="1076"/>
          <ac:picMkLst>
            <pc:docMk/>
            <pc:sldMk cId="198489485" sldId="356"/>
            <ac:picMk id="27" creationId="{2B6A9047-F2EE-21FA-06F5-5AFA8EAD45BC}"/>
          </ac:picMkLst>
        </pc:picChg>
        <pc:picChg chg="del">
          <ac:chgData name="NATHAN MC CORMACK - STUDENT" userId="67a71875-fada-4ba3-98db-004519d37f23" providerId="ADAL" clId="{C8CCCE63-08FA-44E1-BD6F-44CA6586AA5D}" dt="2026-04-27T10:20:45.195" v="9732" actId="478"/>
          <ac:picMkLst>
            <pc:docMk/>
            <pc:sldMk cId="198489485" sldId="356"/>
            <ac:picMk id="28" creationId="{4D863338-FE86-03E0-D6F3-E3E7F62884E8}"/>
          </ac:picMkLst>
        </pc:picChg>
        <pc:picChg chg="add mod modCrop">
          <ac:chgData name="NATHAN MC CORMACK - STUDENT" userId="67a71875-fada-4ba3-98db-004519d37f23" providerId="ADAL" clId="{C8CCCE63-08FA-44E1-BD6F-44CA6586AA5D}" dt="2026-04-27T10:25:32.264" v="9785" actId="14100"/>
          <ac:picMkLst>
            <pc:docMk/>
            <pc:sldMk cId="198489485" sldId="356"/>
            <ac:picMk id="30" creationId="{DD8F0C73-E6D7-8141-1F88-DA89D574FF91}"/>
          </ac:picMkLst>
        </pc:picChg>
        <pc:picChg chg="add del mod modCrop">
          <ac:chgData name="NATHAN MC CORMACK - STUDENT" userId="67a71875-fada-4ba3-98db-004519d37f23" providerId="ADAL" clId="{C8CCCE63-08FA-44E1-BD6F-44CA6586AA5D}" dt="2026-04-27T10:23:19.984" v="9762" actId="21"/>
          <ac:picMkLst>
            <pc:docMk/>
            <pc:sldMk cId="198489485" sldId="356"/>
            <ac:picMk id="32" creationId="{BA153681-0D68-09B1-24E4-0FD9D710EDCD}"/>
          </ac:picMkLst>
        </pc:picChg>
        <pc:picChg chg="add mod">
          <ac:chgData name="NATHAN MC CORMACK - STUDENT" userId="67a71875-fada-4ba3-98db-004519d37f23" providerId="ADAL" clId="{C8CCCE63-08FA-44E1-BD6F-44CA6586AA5D}" dt="2026-04-27T10:23:55.306" v="9772" actId="1076"/>
          <ac:picMkLst>
            <pc:docMk/>
            <pc:sldMk cId="198489485" sldId="356"/>
            <ac:picMk id="33" creationId="{BA153681-0D68-09B1-24E4-0FD9D710EDCD}"/>
          </ac:picMkLst>
        </pc:picChg>
        <pc:picChg chg="add mod">
          <ac:chgData name="NATHAN MC CORMACK - STUDENT" userId="67a71875-fada-4ba3-98db-004519d37f23" providerId="ADAL" clId="{C8CCCE63-08FA-44E1-BD6F-44CA6586AA5D}" dt="2026-04-27T10:25:50.965" v="9788" actId="1076"/>
          <ac:picMkLst>
            <pc:docMk/>
            <pc:sldMk cId="198489485" sldId="356"/>
            <ac:picMk id="35" creationId="{B324CD89-2958-497E-E2BE-EE6B3BD88041}"/>
          </ac:picMkLst>
        </pc:picChg>
        <pc:picChg chg="add mod">
          <ac:chgData name="NATHAN MC CORMACK - STUDENT" userId="67a71875-fada-4ba3-98db-004519d37f23" providerId="ADAL" clId="{C8CCCE63-08FA-44E1-BD6F-44CA6586AA5D}" dt="2026-04-27T10:25:47.359" v="9787" actId="1076"/>
          <ac:picMkLst>
            <pc:docMk/>
            <pc:sldMk cId="198489485" sldId="356"/>
            <ac:picMk id="37" creationId="{E2E6DA65-278D-47E3-250F-3B95D07FC74A}"/>
          </ac:picMkLst>
        </pc:picChg>
      </pc:sldChg>
      <pc:sldChg chg="addSp delSp modSp mod">
        <pc:chgData name="NATHAN MC CORMACK - STUDENT" userId="67a71875-fada-4ba3-98db-004519d37f23" providerId="ADAL" clId="{C8CCCE63-08FA-44E1-BD6F-44CA6586AA5D}" dt="2026-04-27T21:06:08.577" v="10508" actId="1076"/>
        <pc:sldMkLst>
          <pc:docMk/>
          <pc:sldMk cId="108413646" sldId="357"/>
        </pc:sldMkLst>
        <pc:spChg chg="mod">
          <ac:chgData name="NATHAN MC CORMACK - STUDENT" userId="67a71875-fada-4ba3-98db-004519d37f23" providerId="ADAL" clId="{C8CCCE63-08FA-44E1-BD6F-44CA6586AA5D}" dt="2026-04-26T19:16:05.937" v="7809" actId="1076"/>
          <ac:spMkLst>
            <pc:docMk/>
            <pc:sldMk cId="108413646" sldId="357"/>
            <ac:spMk id="3" creationId="{B4499536-950F-30C2-FDCF-D38265D0697E}"/>
          </ac:spMkLst>
        </pc:spChg>
        <pc:spChg chg="del">
          <ac:chgData name="NATHAN MC CORMACK - STUDENT" userId="67a71875-fada-4ba3-98db-004519d37f23" providerId="ADAL" clId="{C8CCCE63-08FA-44E1-BD6F-44CA6586AA5D}" dt="2026-04-26T19:15:32.536" v="7803" actId="21"/>
          <ac:spMkLst>
            <pc:docMk/>
            <pc:sldMk cId="108413646" sldId="357"/>
            <ac:spMk id="9" creationId="{15492B62-C45B-9EA6-F7FE-5829B2F78FBB}"/>
          </ac:spMkLst>
        </pc:spChg>
        <pc:picChg chg="add mod">
          <ac:chgData name="NATHAN MC CORMACK - STUDENT" userId="67a71875-fada-4ba3-98db-004519d37f23" providerId="ADAL" clId="{C8CCCE63-08FA-44E1-BD6F-44CA6586AA5D}" dt="2026-04-27T09:53:21.100" v="9698"/>
          <ac:picMkLst>
            <pc:docMk/>
            <pc:sldMk cId="108413646" sldId="357"/>
            <ac:picMk id="4" creationId="{FA313242-394D-5EB0-08D3-638E788EAFC4}"/>
          </ac:picMkLst>
        </pc:picChg>
        <pc:picChg chg="add mod">
          <ac:chgData name="NATHAN MC CORMACK - STUDENT" userId="67a71875-fada-4ba3-98db-004519d37f23" providerId="ADAL" clId="{C8CCCE63-08FA-44E1-BD6F-44CA6586AA5D}" dt="2026-04-27T09:53:21.100" v="9698"/>
          <ac:picMkLst>
            <pc:docMk/>
            <pc:sldMk cId="108413646" sldId="357"/>
            <ac:picMk id="6" creationId="{FE267332-DB13-BCE3-0099-F6BB078936A4}"/>
          </ac:picMkLst>
        </pc:picChg>
        <pc:picChg chg="add mod">
          <ac:chgData name="NATHAN MC CORMACK - STUDENT" userId="67a71875-fada-4ba3-98db-004519d37f23" providerId="ADAL" clId="{C8CCCE63-08FA-44E1-BD6F-44CA6586AA5D}" dt="2026-04-27T09:53:21.100" v="9698"/>
          <ac:picMkLst>
            <pc:docMk/>
            <pc:sldMk cId="108413646" sldId="357"/>
            <ac:picMk id="7" creationId="{692BE550-FAF2-E44D-B258-DE2C1F497E52}"/>
          </ac:picMkLst>
        </pc:picChg>
        <pc:picChg chg="add mod">
          <ac:chgData name="NATHAN MC CORMACK - STUDENT" userId="67a71875-fada-4ba3-98db-004519d37f23" providerId="ADAL" clId="{C8CCCE63-08FA-44E1-BD6F-44CA6586AA5D}" dt="2026-04-27T21:05:57.881" v="10507" actId="14100"/>
          <ac:picMkLst>
            <pc:docMk/>
            <pc:sldMk cId="108413646" sldId="357"/>
            <ac:picMk id="10" creationId="{3131097E-07BD-BA2E-9D0A-2A0717F43AAB}"/>
          </ac:picMkLst>
        </pc:picChg>
        <pc:picChg chg="del mod">
          <ac:chgData name="NATHAN MC CORMACK - STUDENT" userId="67a71875-fada-4ba3-98db-004519d37f23" providerId="ADAL" clId="{C8CCCE63-08FA-44E1-BD6F-44CA6586AA5D}" dt="2026-04-27T10:06:37.860" v="9703" actId="21"/>
          <ac:picMkLst>
            <pc:docMk/>
            <pc:sldMk cId="108413646" sldId="357"/>
            <ac:picMk id="11" creationId="{8F0250DE-AA40-B013-41A5-A475A308AD3C}"/>
          </ac:picMkLst>
        </pc:picChg>
        <pc:picChg chg="del">
          <ac:chgData name="NATHAN MC CORMACK - STUDENT" userId="67a71875-fada-4ba3-98db-004519d37f23" providerId="ADAL" clId="{C8CCCE63-08FA-44E1-BD6F-44CA6586AA5D}" dt="2026-04-27T09:53:19.891" v="9697" actId="21"/>
          <ac:picMkLst>
            <pc:docMk/>
            <pc:sldMk cId="108413646" sldId="357"/>
            <ac:picMk id="13" creationId="{FA313242-394D-5EB0-08D3-638E788EAFC4}"/>
          </ac:picMkLst>
        </pc:picChg>
        <pc:picChg chg="add mod">
          <ac:chgData name="NATHAN MC CORMACK - STUDENT" userId="67a71875-fada-4ba3-98db-004519d37f23" providerId="ADAL" clId="{C8CCCE63-08FA-44E1-BD6F-44CA6586AA5D}" dt="2026-04-27T15:42:15.564" v="10496" actId="1076"/>
          <ac:picMkLst>
            <pc:docMk/>
            <pc:sldMk cId="108413646" sldId="357"/>
            <ac:picMk id="14" creationId="{845CA0E9-659E-F154-618C-C4F22A731017}"/>
          </ac:picMkLst>
        </pc:picChg>
        <pc:picChg chg="del">
          <ac:chgData name="NATHAN MC CORMACK - STUDENT" userId="67a71875-fada-4ba3-98db-004519d37f23" providerId="ADAL" clId="{C8CCCE63-08FA-44E1-BD6F-44CA6586AA5D}" dt="2026-04-27T09:53:19.891" v="9697" actId="21"/>
          <ac:picMkLst>
            <pc:docMk/>
            <pc:sldMk cId="108413646" sldId="357"/>
            <ac:picMk id="15" creationId="{FE267332-DB13-BCE3-0099-F6BB078936A4}"/>
          </ac:picMkLst>
        </pc:picChg>
        <pc:picChg chg="del">
          <ac:chgData name="NATHAN MC CORMACK - STUDENT" userId="67a71875-fada-4ba3-98db-004519d37f23" providerId="ADAL" clId="{C8CCCE63-08FA-44E1-BD6F-44CA6586AA5D}" dt="2026-04-27T09:53:19.891" v="9697" actId="21"/>
          <ac:picMkLst>
            <pc:docMk/>
            <pc:sldMk cId="108413646" sldId="357"/>
            <ac:picMk id="17" creationId="{692BE550-FAF2-E44D-B258-DE2C1F497E52}"/>
          </ac:picMkLst>
        </pc:picChg>
        <pc:picChg chg="add mod">
          <ac:chgData name="NATHAN MC CORMACK - STUDENT" userId="67a71875-fada-4ba3-98db-004519d37f23" providerId="ADAL" clId="{C8CCCE63-08FA-44E1-BD6F-44CA6586AA5D}" dt="2026-04-27T21:06:08.577" v="10508" actId="1076"/>
          <ac:picMkLst>
            <pc:docMk/>
            <pc:sldMk cId="108413646" sldId="357"/>
            <ac:picMk id="18" creationId="{C3F6253E-29C2-4C27-C087-2034750CD278}"/>
          </ac:picMkLst>
        </pc:picChg>
        <pc:picChg chg="del mod">
          <ac:chgData name="NATHAN MC CORMACK - STUDENT" userId="67a71875-fada-4ba3-98db-004519d37f23" providerId="ADAL" clId="{C8CCCE63-08FA-44E1-BD6F-44CA6586AA5D}" dt="2026-04-27T10:06:42.863" v="9705" actId="21"/>
          <ac:picMkLst>
            <pc:docMk/>
            <pc:sldMk cId="108413646" sldId="357"/>
            <ac:picMk id="19" creationId="{7484D78E-A2C6-07C1-6394-509F2D437306}"/>
          </ac:picMkLst>
        </pc:picChg>
      </pc:sldChg>
      <pc:sldChg chg="addSp delSp modSp mod ord">
        <pc:chgData name="NATHAN MC CORMACK - STUDENT" userId="67a71875-fada-4ba3-98db-004519d37f23" providerId="ADAL" clId="{C8CCCE63-08FA-44E1-BD6F-44CA6586AA5D}" dt="2026-04-27T16:22:01.775" v="10498"/>
        <pc:sldMkLst>
          <pc:docMk/>
          <pc:sldMk cId="2319601538" sldId="358"/>
        </pc:sldMkLst>
        <pc:spChg chg="mod">
          <ac:chgData name="NATHAN MC CORMACK - STUDENT" userId="67a71875-fada-4ba3-98db-004519d37f23" providerId="ADAL" clId="{C8CCCE63-08FA-44E1-BD6F-44CA6586AA5D}" dt="2026-04-26T19:15:55.642" v="7806" actId="1076"/>
          <ac:spMkLst>
            <pc:docMk/>
            <pc:sldMk cId="2319601538" sldId="358"/>
            <ac:spMk id="3" creationId="{5188F750-00D1-969B-5093-1FC397D003CB}"/>
          </ac:spMkLst>
        </pc:spChg>
        <pc:spChg chg="add mod">
          <ac:chgData name="NATHAN MC CORMACK - STUDENT" userId="67a71875-fada-4ba3-98db-004519d37f23" providerId="ADAL" clId="{C8CCCE63-08FA-44E1-BD6F-44CA6586AA5D}" dt="2026-04-27T10:28:23.670" v="9990" actId="20577"/>
          <ac:spMkLst>
            <pc:docMk/>
            <pc:sldMk cId="2319601538" sldId="358"/>
            <ac:spMk id="17" creationId="{345A795C-77D6-9C96-8E52-7BB0238AA321}"/>
          </ac:spMkLst>
        </pc:spChg>
        <pc:picChg chg="add mod">
          <ac:chgData name="NATHAN MC CORMACK - STUDENT" userId="67a71875-fada-4ba3-98db-004519d37f23" providerId="ADAL" clId="{C8CCCE63-08FA-44E1-BD6F-44CA6586AA5D}" dt="2026-04-27T10:27:00.930" v="9796" actId="1076"/>
          <ac:picMkLst>
            <pc:docMk/>
            <pc:sldMk cId="2319601538" sldId="358"/>
            <ac:picMk id="5" creationId="{C95D3CEE-2352-8F98-DB1D-FEA4C2A2107C}"/>
          </ac:picMkLst>
        </pc:picChg>
        <pc:picChg chg="del">
          <ac:chgData name="NATHAN MC CORMACK - STUDENT" userId="67a71875-fada-4ba3-98db-004519d37f23" providerId="ADAL" clId="{C8CCCE63-08FA-44E1-BD6F-44CA6586AA5D}" dt="2026-04-27T10:06:59.145" v="9706" actId="21"/>
          <ac:picMkLst>
            <pc:docMk/>
            <pc:sldMk cId="2319601538" sldId="358"/>
            <ac:picMk id="6" creationId="{EFD02BC9-F938-754D-F50D-55B7A58314F5}"/>
          </ac:picMkLst>
        </pc:picChg>
        <pc:picChg chg="del">
          <ac:chgData name="NATHAN MC CORMACK - STUDENT" userId="67a71875-fada-4ba3-98db-004519d37f23" providerId="ADAL" clId="{C8CCCE63-08FA-44E1-BD6F-44CA6586AA5D}" dt="2026-04-27T10:06:59.145" v="9706" actId="21"/>
          <ac:picMkLst>
            <pc:docMk/>
            <pc:sldMk cId="2319601538" sldId="358"/>
            <ac:picMk id="9" creationId="{81BF07D9-DA9E-3485-B0FE-F39DB78C4BA2}"/>
          </ac:picMkLst>
        </pc:picChg>
        <pc:picChg chg="add mod">
          <ac:chgData name="NATHAN MC CORMACK - STUDENT" userId="67a71875-fada-4ba3-98db-004519d37f23" providerId="ADAL" clId="{C8CCCE63-08FA-44E1-BD6F-44CA6586AA5D}" dt="2026-04-27T10:28:39.477" v="9991" actId="1076"/>
          <ac:picMkLst>
            <pc:docMk/>
            <pc:sldMk cId="2319601538" sldId="358"/>
            <ac:picMk id="10" creationId="{AB0C0BEF-192C-22B9-BFA5-8418969CC0CB}"/>
          </ac:picMkLst>
        </pc:picChg>
        <pc:picChg chg="del">
          <ac:chgData name="NATHAN MC CORMACK - STUDENT" userId="67a71875-fada-4ba3-98db-004519d37f23" providerId="ADAL" clId="{C8CCCE63-08FA-44E1-BD6F-44CA6586AA5D}" dt="2026-04-27T10:06:59.145" v="9706" actId="21"/>
          <ac:picMkLst>
            <pc:docMk/>
            <pc:sldMk cId="2319601538" sldId="358"/>
            <ac:picMk id="11" creationId="{03A2337D-BFBE-E998-4EC8-0A0B291DF0D2}"/>
          </ac:picMkLst>
        </pc:picChg>
        <pc:picChg chg="del">
          <ac:chgData name="NATHAN MC CORMACK - STUDENT" userId="67a71875-fada-4ba3-98db-004519d37f23" providerId="ADAL" clId="{C8CCCE63-08FA-44E1-BD6F-44CA6586AA5D}" dt="2026-04-27T10:06:59.145" v="9706" actId="21"/>
          <ac:picMkLst>
            <pc:docMk/>
            <pc:sldMk cId="2319601538" sldId="358"/>
            <ac:picMk id="13" creationId="{140192F7-3501-A1B7-9674-DAD293EE99DF}"/>
          </ac:picMkLst>
        </pc:picChg>
        <pc:picChg chg="add mod">
          <ac:chgData name="NATHAN MC CORMACK - STUDENT" userId="67a71875-fada-4ba3-98db-004519d37f23" providerId="ADAL" clId="{C8CCCE63-08FA-44E1-BD6F-44CA6586AA5D}" dt="2026-04-27T10:26:32.725" v="9789" actId="1076"/>
          <ac:picMkLst>
            <pc:docMk/>
            <pc:sldMk cId="2319601538" sldId="358"/>
            <ac:picMk id="14" creationId="{95F28852-1AF5-6550-7512-39C511609C7A}"/>
          </ac:picMkLst>
        </pc:picChg>
        <pc:picChg chg="add mod">
          <ac:chgData name="NATHAN MC CORMACK - STUDENT" userId="67a71875-fada-4ba3-98db-004519d37f23" providerId="ADAL" clId="{C8CCCE63-08FA-44E1-BD6F-44CA6586AA5D}" dt="2026-04-27T10:26:35.251" v="9790" actId="1076"/>
          <ac:picMkLst>
            <pc:docMk/>
            <pc:sldMk cId="2319601538" sldId="358"/>
            <ac:picMk id="16" creationId="{25B81F3B-417B-E7E0-CF81-0CFEEBDD0F3D}"/>
          </ac:picMkLst>
        </pc:picChg>
      </pc:sldChg>
      <pc:sldChg chg="modSp add mod ord">
        <pc:chgData name="NATHAN MC CORMACK - STUDENT" userId="67a71875-fada-4ba3-98db-004519d37f23" providerId="ADAL" clId="{C8CCCE63-08FA-44E1-BD6F-44CA6586AA5D}" dt="2026-04-27T11:01:18.299" v="10492" actId="20577"/>
        <pc:sldMkLst>
          <pc:docMk/>
          <pc:sldMk cId="539350789" sldId="359"/>
        </pc:sldMkLst>
        <pc:spChg chg="mod">
          <ac:chgData name="NATHAN MC CORMACK - STUDENT" userId="67a71875-fada-4ba3-98db-004519d37f23" providerId="ADAL" clId="{C8CCCE63-08FA-44E1-BD6F-44CA6586AA5D}" dt="2026-04-27T11:01:18.299" v="10492" actId="20577"/>
          <ac:spMkLst>
            <pc:docMk/>
            <pc:sldMk cId="539350789" sldId="359"/>
            <ac:spMk id="3" creationId="{C8E96E23-96DE-D7B2-277E-A1E0BEE979B0}"/>
          </ac:spMkLst>
        </pc:spChg>
        <pc:spChg chg="mod">
          <ac:chgData name="NATHAN MC CORMACK - STUDENT" userId="67a71875-fada-4ba3-98db-004519d37f23" providerId="ADAL" clId="{C8CCCE63-08FA-44E1-BD6F-44CA6586AA5D}" dt="2026-04-26T19:16:28.549" v="7814" actId="1076"/>
          <ac:spMkLst>
            <pc:docMk/>
            <pc:sldMk cId="539350789" sldId="359"/>
            <ac:spMk id="5" creationId="{138BCFC3-00FB-595F-74A9-88ADBF91F0DB}"/>
          </ac:spMkLst>
        </pc:spChg>
        <pc:spChg chg="mod">
          <ac:chgData name="NATHAN MC CORMACK - STUDENT" userId="67a71875-fada-4ba3-98db-004519d37f23" providerId="ADAL" clId="{C8CCCE63-08FA-44E1-BD6F-44CA6586AA5D}" dt="2026-04-26T19:18:28.239" v="7832" actId="1076"/>
          <ac:spMkLst>
            <pc:docMk/>
            <pc:sldMk cId="539350789" sldId="359"/>
            <ac:spMk id="7" creationId="{9FD5CC96-BBD5-8E91-8BC2-1D1B4C362E3D}"/>
          </ac:spMkLst>
        </pc:spChg>
      </pc:sldChg>
      <pc:sldChg chg="addSp delSp modSp add mod ord">
        <pc:chgData name="NATHAN MC CORMACK - STUDENT" userId="67a71875-fada-4ba3-98db-004519d37f23" providerId="ADAL" clId="{C8CCCE63-08FA-44E1-BD6F-44CA6586AA5D}" dt="2026-04-26T23:29:59.753" v="9680" actId="1076"/>
        <pc:sldMkLst>
          <pc:docMk/>
          <pc:sldMk cId="1065678553" sldId="360"/>
        </pc:sldMkLst>
        <pc:spChg chg="mod">
          <ac:chgData name="NATHAN MC CORMACK - STUDENT" userId="67a71875-fada-4ba3-98db-004519d37f23" providerId="ADAL" clId="{C8CCCE63-08FA-44E1-BD6F-44CA6586AA5D}" dt="2026-04-26T19:08:03.893" v="7662" actId="14100"/>
          <ac:spMkLst>
            <pc:docMk/>
            <pc:sldMk cId="1065678553" sldId="360"/>
            <ac:spMk id="2" creationId="{B45CBA91-93C9-665C-95DF-696382B76978}"/>
          </ac:spMkLst>
        </pc:spChg>
        <pc:spChg chg="mod">
          <ac:chgData name="NATHAN MC CORMACK - STUDENT" userId="67a71875-fada-4ba3-98db-004519d37f23" providerId="ADAL" clId="{C8CCCE63-08FA-44E1-BD6F-44CA6586AA5D}" dt="2026-04-26T23:29:59.753" v="9680" actId="1076"/>
          <ac:spMkLst>
            <pc:docMk/>
            <pc:sldMk cId="1065678553" sldId="360"/>
            <ac:spMk id="3" creationId="{37315038-3D8E-B507-3F45-083D020A70A4}"/>
          </ac:spMkLst>
        </pc:spChg>
        <pc:spChg chg="add mod">
          <ac:chgData name="NATHAN MC CORMACK - STUDENT" userId="67a71875-fada-4ba3-98db-004519d37f23" providerId="ADAL" clId="{C8CCCE63-08FA-44E1-BD6F-44CA6586AA5D}" dt="2026-04-26T20:21:40.091" v="7885" actId="1076"/>
          <ac:spMkLst>
            <pc:docMk/>
            <pc:sldMk cId="1065678553" sldId="360"/>
            <ac:spMk id="4" creationId="{28BA3944-FED5-6F4D-F435-16AAF45BAE2A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5" creationId="{B8180423-A8F8-03E9-1556-D541CC919C58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7" creationId="{51C33112-7EF0-C958-448B-78ADD8419380}"/>
          </ac:spMkLst>
        </pc:spChg>
        <pc:spChg chg="del">
          <ac:chgData name="NATHAN MC CORMACK - STUDENT" userId="67a71875-fada-4ba3-98db-004519d37f23" providerId="ADAL" clId="{C8CCCE63-08FA-44E1-BD6F-44CA6586AA5D}" dt="2026-04-26T19:01:33.302" v="7634" actId="21"/>
          <ac:spMkLst>
            <pc:docMk/>
            <pc:sldMk cId="1065678553" sldId="360"/>
            <ac:spMk id="8" creationId="{64FA4F2B-1D82-EE78-14D2-A70EFA7BFE2E}"/>
          </ac:spMkLst>
        </pc:spChg>
        <pc:spChg chg="del">
          <ac:chgData name="NATHAN MC CORMACK - STUDENT" userId="67a71875-fada-4ba3-98db-004519d37f23" providerId="ADAL" clId="{C8CCCE63-08FA-44E1-BD6F-44CA6586AA5D}" dt="2026-04-26T19:01:33.302" v="7634" actId="21"/>
          <ac:spMkLst>
            <pc:docMk/>
            <pc:sldMk cId="1065678553" sldId="360"/>
            <ac:spMk id="9" creationId="{43692F60-14E1-127A-108C-02B15DE6A86F}"/>
          </ac:spMkLst>
        </pc:spChg>
        <pc:spChg chg="del">
          <ac:chgData name="NATHAN MC CORMACK - STUDENT" userId="67a71875-fada-4ba3-98db-004519d37f23" providerId="ADAL" clId="{C8CCCE63-08FA-44E1-BD6F-44CA6586AA5D}" dt="2026-04-26T19:01:33.302" v="7634" actId="21"/>
          <ac:spMkLst>
            <pc:docMk/>
            <pc:sldMk cId="1065678553" sldId="360"/>
            <ac:spMk id="11" creationId="{A3F97374-1EDA-D16C-41C2-0885600FD569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12" creationId="{0FF5FD15-3712-AEA5-0087-375DC89CB439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13" creationId="{48A17D4C-3015-2697-0E29-30A4D5AC9C9D}"/>
          </ac:spMkLst>
        </pc:spChg>
        <pc:spChg chg="del mod">
          <ac:chgData name="NATHAN MC CORMACK - STUDENT" userId="67a71875-fada-4ba3-98db-004519d37f23" providerId="ADAL" clId="{C8CCCE63-08FA-44E1-BD6F-44CA6586AA5D}" dt="2026-04-26T19:01:42.832" v="7637" actId="21"/>
          <ac:spMkLst>
            <pc:docMk/>
            <pc:sldMk cId="1065678553" sldId="360"/>
            <ac:spMk id="14" creationId="{EF93D126-FE3A-61D1-D20E-F4070A9C18C8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21" creationId="{8C3D66CE-722F-6FD1-8053-2DEA5FDF894B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22" creationId="{D92E0B81-FC1E-A1B3-A83D-69DA863DCD1B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23" creationId="{2ACBDCEC-9036-AD04-0917-52709A7EDEB1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24" creationId="{F24EA78F-5C21-D9D7-A094-71D5B0CB9EB5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25" creationId="{35485CDD-B9FE-1285-7399-1916DE978D84}"/>
          </ac:spMkLst>
        </pc:spChg>
        <pc:spChg chg="add mod">
          <ac:chgData name="NATHAN MC CORMACK - STUDENT" userId="67a71875-fada-4ba3-98db-004519d37f23" providerId="ADAL" clId="{C8CCCE63-08FA-44E1-BD6F-44CA6586AA5D}" dt="2026-04-26T22:20:14.970" v="8636" actId="1076"/>
          <ac:spMkLst>
            <pc:docMk/>
            <pc:sldMk cId="1065678553" sldId="360"/>
            <ac:spMk id="26" creationId="{158D3614-62B9-A791-2ED9-D39791AEC110}"/>
          </ac:spMkLst>
        </pc:spChg>
        <pc:spChg chg="add mod">
          <ac:chgData name="NATHAN MC CORMACK - STUDENT" userId="67a71875-fada-4ba3-98db-004519d37f23" providerId="ADAL" clId="{C8CCCE63-08FA-44E1-BD6F-44CA6586AA5D}" dt="2026-04-26T22:24:08.346" v="8765" actId="1076"/>
          <ac:spMkLst>
            <pc:docMk/>
            <pc:sldMk cId="1065678553" sldId="360"/>
            <ac:spMk id="35" creationId="{E64BE1C7-BA55-59C6-1FE7-8A279FB39D9D}"/>
          </ac:spMkLst>
        </pc:spChg>
        <pc:spChg chg="add mod">
          <ac:chgData name="NATHAN MC CORMACK - STUDENT" userId="67a71875-fada-4ba3-98db-004519d37f23" providerId="ADAL" clId="{C8CCCE63-08FA-44E1-BD6F-44CA6586AA5D}" dt="2026-04-26T22:24:14.386" v="8766" actId="1076"/>
          <ac:spMkLst>
            <pc:docMk/>
            <pc:sldMk cId="1065678553" sldId="360"/>
            <ac:spMk id="36" creationId="{76E2433B-55D2-5A58-936D-F9C7A65FC0EE}"/>
          </ac:spMkLst>
        </pc:spChg>
        <pc:spChg chg="add mod">
          <ac:chgData name="NATHAN MC CORMACK - STUDENT" userId="67a71875-fada-4ba3-98db-004519d37f23" providerId="ADAL" clId="{C8CCCE63-08FA-44E1-BD6F-44CA6586AA5D}" dt="2026-04-26T22:24:00.822" v="8764" actId="20577"/>
          <ac:spMkLst>
            <pc:docMk/>
            <pc:sldMk cId="1065678553" sldId="360"/>
            <ac:spMk id="37" creationId="{7AC8E8B2-7577-1FF9-5998-DEFA5F8744BD}"/>
          </ac:spMkLst>
        </pc:spChg>
        <pc:picChg chg="del">
          <ac:chgData name="NATHAN MC CORMACK - STUDENT" userId="67a71875-fada-4ba3-98db-004519d37f23" providerId="ADAL" clId="{C8CCCE63-08FA-44E1-BD6F-44CA6586AA5D}" dt="2026-04-26T19:01:33.302" v="7634" actId="21"/>
          <ac:picMkLst>
            <pc:docMk/>
            <pc:sldMk cId="1065678553" sldId="360"/>
            <ac:picMk id="6" creationId="{5BED01EB-EF62-0412-8DAE-7BC444A46C55}"/>
          </ac:picMkLst>
        </pc:picChg>
        <pc:picChg chg="del">
          <ac:chgData name="NATHAN MC CORMACK - STUDENT" userId="67a71875-fada-4ba3-98db-004519d37f23" providerId="ADAL" clId="{C8CCCE63-08FA-44E1-BD6F-44CA6586AA5D}" dt="2026-04-26T19:01:33.302" v="7634" actId="21"/>
          <ac:picMkLst>
            <pc:docMk/>
            <pc:sldMk cId="1065678553" sldId="360"/>
            <ac:picMk id="10" creationId="{64B62EE1-44AD-20F6-C863-DEFB163E259E}"/>
          </ac:picMkLst>
        </pc:picChg>
        <pc:picChg chg="del">
          <ac:chgData name="NATHAN MC CORMACK - STUDENT" userId="67a71875-fada-4ba3-98db-004519d37f23" providerId="ADAL" clId="{C8CCCE63-08FA-44E1-BD6F-44CA6586AA5D}" dt="2026-04-26T19:01:33.302" v="7634" actId="21"/>
          <ac:picMkLst>
            <pc:docMk/>
            <pc:sldMk cId="1065678553" sldId="360"/>
            <ac:picMk id="16" creationId="{28788E6A-16D1-D478-C1DF-DAE4C8790757}"/>
          </ac:picMkLst>
        </pc:picChg>
        <pc:picChg chg="add mod">
          <ac:chgData name="NATHAN MC CORMACK - STUDENT" userId="67a71875-fada-4ba3-98db-004519d37f23" providerId="ADAL" clId="{C8CCCE63-08FA-44E1-BD6F-44CA6586AA5D}" dt="2026-04-26T22:20:08.317" v="8635" actId="1076"/>
          <ac:picMkLst>
            <pc:docMk/>
            <pc:sldMk cId="1065678553" sldId="360"/>
            <ac:picMk id="17" creationId="{5CA457FE-F301-1B4C-F43B-FC65A74A49A1}"/>
          </ac:picMkLst>
        </pc:picChg>
        <pc:picChg chg="del">
          <ac:chgData name="NATHAN MC CORMACK - STUDENT" userId="67a71875-fada-4ba3-98db-004519d37f23" providerId="ADAL" clId="{C8CCCE63-08FA-44E1-BD6F-44CA6586AA5D}" dt="2026-04-26T19:01:36.499" v="7635" actId="21"/>
          <ac:picMkLst>
            <pc:docMk/>
            <pc:sldMk cId="1065678553" sldId="360"/>
            <ac:picMk id="1026" creationId="{8F8CC968-0DC3-CEC4-6BAF-2EDFAD41E71A}"/>
          </ac:picMkLst>
        </pc:picChg>
        <pc:cxnChg chg="add mod">
          <ac:chgData name="NATHAN MC CORMACK - STUDENT" userId="67a71875-fada-4ba3-98db-004519d37f23" providerId="ADAL" clId="{C8CCCE63-08FA-44E1-BD6F-44CA6586AA5D}" dt="2026-04-26T22:20:08.317" v="8635" actId="1076"/>
          <ac:cxnSpMkLst>
            <pc:docMk/>
            <pc:sldMk cId="1065678553" sldId="360"/>
            <ac:cxnSpMk id="19" creationId="{047F4F74-BD51-6951-4B87-26291F038F70}"/>
          </ac:cxnSpMkLst>
        </pc:cxnChg>
        <pc:cxnChg chg="add mod">
          <ac:chgData name="NATHAN MC CORMACK - STUDENT" userId="67a71875-fada-4ba3-98db-004519d37f23" providerId="ADAL" clId="{C8CCCE63-08FA-44E1-BD6F-44CA6586AA5D}" dt="2026-04-26T22:20:08.317" v="8635" actId="1076"/>
          <ac:cxnSpMkLst>
            <pc:docMk/>
            <pc:sldMk cId="1065678553" sldId="360"/>
            <ac:cxnSpMk id="20" creationId="{2195DCCF-178B-9DC4-4371-43BB76319D2C}"/>
          </ac:cxnSpMkLst>
        </pc:cxnChg>
        <pc:cxnChg chg="add mod">
          <ac:chgData name="NATHAN MC CORMACK - STUDENT" userId="67a71875-fada-4ba3-98db-004519d37f23" providerId="ADAL" clId="{C8CCCE63-08FA-44E1-BD6F-44CA6586AA5D}" dt="2026-04-26T22:19:36.994" v="8627" actId="1076"/>
          <ac:cxnSpMkLst>
            <pc:docMk/>
            <pc:sldMk cId="1065678553" sldId="360"/>
            <ac:cxnSpMk id="27" creationId="{24EF8D96-DCF5-F4BA-5DB7-ABB506DFD1E3}"/>
          </ac:cxnSpMkLst>
        </pc:cxnChg>
        <pc:cxnChg chg="add mod">
          <ac:chgData name="NATHAN MC CORMACK - STUDENT" userId="67a71875-fada-4ba3-98db-004519d37f23" providerId="ADAL" clId="{C8CCCE63-08FA-44E1-BD6F-44CA6586AA5D}" dt="2026-04-26T22:19:46.145" v="8629" actId="1076"/>
          <ac:cxnSpMkLst>
            <pc:docMk/>
            <pc:sldMk cId="1065678553" sldId="360"/>
            <ac:cxnSpMk id="29" creationId="{FAFFB292-EF1B-9DF8-C311-535E41214EC6}"/>
          </ac:cxnSpMkLst>
        </pc:cxnChg>
        <pc:cxnChg chg="add mod">
          <ac:chgData name="NATHAN MC CORMACK - STUDENT" userId="67a71875-fada-4ba3-98db-004519d37f23" providerId="ADAL" clId="{C8CCCE63-08FA-44E1-BD6F-44CA6586AA5D}" dt="2026-04-26T22:19:50.477" v="8631" actId="1076"/>
          <ac:cxnSpMkLst>
            <pc:docMk/>
            <pc:sldMk cId="1065678553" sldId="360"/>
            <ac:cxnSpMk id="30" creationId="{E12BF9B5-4B47-45B7-6864-6AAE4E52D64A}"/>
          </ac:cxnSpMkLst>
        </pc:cxnChg>
        <pc:cxnChg chg="add mod">
          <ac:chgData name="NATHAN MC CORMACK - STUDENT" userId="67a71875-fada-4ba3-98db-004519d37f23" providerId="ADAL" clId="{C8CCCE63-08FA-44E1-BD6F-44CA6586AA5D}" dt="2026-04-26T22:19:55.145" v="8633" actId="1076"/>
          <ac:cxnSpMkLst>
            <pc:docMk/>
            <pc:sldMk cId="1065678553" sldId="360"/>
            <ac:cxnSpMk id="31" creationId="{40D27BE8-756E-F445-931D-939CBDA3AF05}"/>
          </ac:cxnSpMkLst>
        </pc:cxnChg>
        <pc:cxnChg chg="add mod">
          <ac:chgData name="NATHAN MC CORMACK - STUDENT" userId="67a71875-fada-4ba3-98db-004519d37f23" providerId="ADAL" clId="{C8CCCE63-08FA-44E1-BD6F-44CA6586AA5D}" dt="2026-04-26T22:21:07.636" v="8743" actId="692"/>
          <ac:cxnSpMkLst>
            <pc:docMk/>
            <pc:sldMk cId="1065678553" sldId="360"/>
            <ac:cxnSpMk id="33" creationId="{AEA3B99E-9406-F97D-40A5-AAE86259584F}"/>
          </ac:cxnSpMkLst>
        </pc:cxnChg>
        <pc:cxnChg chg="add mod">
          <ac:chgData name="NATHAN MC CORMACK - STUDENT" userId="67a71875-fada-4ba3-98db-004519d37f23" providerId="ADAL" clId="{C8CCCE63-08FA-44E1-BD6F-44CA6586AA5D}" dt="2026-04-26T22:21:21.867" v="8745" actId="1076"/>
          <ac:cxnSpMkLst>
            <pc:docMk/>
            <pc:sldMk cId="1065678553" sldId="360"/>
            <ac:cxnSpMk id="34" creationId="{3A8B396C-0A7E-A634-50BF-1250D8EA40D3}"/>
          </ac:cxnSpMkLst>
        </pc:cxnChg>
      </pc:sldChg>
      <pc:sldChg chg="addSp delSp modSp add mod ord">
        <pc:chgData name="NATHAN MC CORMACK - STUDENT" userId="67a71875-fada-4ba3-98db-004519d37f23" providerId="ADAL" clId="{C8CCCE63-08FA-44E1-BD6F-44CA6586AA5D}" dt="2026-04-26T23:07:40.663" v="9133" actId="207"/>
        <pc:sldMkLst>
          <pc:docMk/>
          <pc:sldMk cId="1959299326" sldId="361"/>
        </pc:sldMkLst>
        <pc:spChg chg="mod">
          <ac:chgData name="NATHAN MC CORMACK - STUDENT" userId="67a71875-fada-4ba3-98db-004519d37f23" providerId="ADAL" clId="{C8CCCE63-08FA-44E1-BD6F-44CA6586AA5D}" dt="2026-04-26T23:00:54.149" v="8993" actId="1076"/>
          <ac:spMkLst>
            <pc:docMk/>
            <pc:sldMk cId="1959299326" sldId="361"/>
            <ac:spMk id="2" creationId="{B3670A14-8A9F-F597-D31A-4658E69D5687}"/>
          </ac:spMkLst>
        </pc:spChg>
        <pc:spChg chg="mod">
          <ac:chgData name="NATHAN MC CORMACK - STUDENT" userId="67a71875-fada-4ba3-98db-004519d37f23" providerId="ADAL" clId="{C8CCCE63-08FA-44E1-BD6F-44CA6586AA5D}" dt="2026-04-26T19:16:58.871" v="7820" actId="1076"/>
          <ac:spMkLst>
            <pc:docMk/>
            <pc:sldMk cId="1959299326" sldId="361"/>
            <ac:spMk id="3" creationId="{2B078F81-C24B-D743-B72A-1A8156EF7B29}"/>
          </ac:spMkLst>
        </pc:spChg>
        <pc:spChg chg="del">
          <ac:chgData name="NATHAN MC CORMACK - STUDENT" userId="67a71875-fada-4ba3-98db-004519d37f23" providerId="ADAL" clId="{C8CCCE63-08FA-44E1-BD6F-44CA6586AA5D}" dt="2026-04-26T19:18:09.159" v="7829" actId="21"/>
          <ac:spMkLst>
            <pc:docMk/>
            <pc:sldMk cId="1959299326" sldId="361"/>
            <ac:spMk id="4" creationId="{DC4FC1C0-6C3F-2B31-CDC1-1A367CDA78EF}"/>
          </ac:spMkLst>
        </pc:spChg>
        <pc:spChg chg="del mod">
          <ac:chgData name="NATHAN MC CORMACK - STUDENT" userId="67a71875-fada-4ba3-98db-004519d37f23" providerId="ADAL" clId="{C8CCCE63-08FA-44E1-BD6F-44CA6586AA5D}" dt="2026-04-26T22:25:28.563" v="8767" actId="21"/>
          <ac:spMkLst>
            <pc:docMk/>
            <pc:sldMk cId="1959299326" sldId="361"/>
            <ac:spMk id="5" creationId="{55360873-9281-A3DF-9B08-C2E752132828}"/>
          </ac:spMkLst>
        </pc:spChg>
        <pc:spChg chg="add mod">
          <ac:chgData name="NATHAN MC CORMACK - STUDENT" userId="67a71875-fada-4ba3-98db-004519d37f23" providerId="ADAL" clId="{C8CCCE63-08FA-44E1-BD6F-44CA6586AA5D}" dt="2026-04-26T22:55:37.142" v="8768"/>
          <ac:spMkLst>
            <pc:docMk/>
            <pc:sldMk cId="1959299326" sldId="361"/>
            <ac:spMk id="6" creationId="{BDD392CF-1BAF-FAA2-AC1A-69674BBD3093}"/>
          </ac:spMkLst>
        </pc:spChg>
        <pc:spChg chg="add mod">
          <ac:chgData name="NATHAN MC CORMACK - STUDENT" userId="67a71875-fada-4ba3-98db-004519d37f23" providerId="ADAL" clId="{C8CCCE63-08FA-44E1-BD6F-44CA6586AA5D}" dt="2026-04-26T23:05:35.699" v="9104" actId="20577"/>
          <ac:spMkLst>
            <pc:docMk/>
            <pc:sldMk cId="1959299326" sldId="361"/>
            <ac:spMk id="7" creationId="{EAE2B809-F76A-B424-0049-EF0ED6C55AAC}"/>
          </ac:spMkLst>
        </pc:spChg>
        <pc:spChg chg="add mod">
          <ac:chgData name="NATHAN MC CORMACK - STUDENT" userId="67a71875-fada-4ba3-98db-004519d37f23" providerId="ADAL" clId="{C8CCCE63-08FA-44E1-BD6F-44CA6586AA5D}" dt="2026-04-26T23:00:10.103" v="8960" actId="1076"/>
          <ac:spMkLst>
            <pc:docMk/>
            <pc:sldMk cId="1959299326" sldId="361"/>
            <ac:spMk id="8" creationId="{23AE9F4D-4F01-721C-1892-AD3BAD3BD02A}"/>
          </ac:spMkLst>
        </pc:spChg>
        <pc:spChg chg="add mod">
          <ac:chgData name="NATHAN MC CORMACK - STUDENT" userId="67a71875-fada-4ba3-98db-004519d37f23" providerId="ADAL" clId="{C8CCCE63-08FA-44E1-BD6F-44CA6586AA5D}" dt="2026-04-26T23:00:08.479" v="8959" actId="1076"/>
          <ac:spMkLst>
            <pc:docMk/>
            <pc:sldMk cId="1959299326" sldId="361"/>
            <ac:spMk id="9" creationId="{5C7098F0-A3A2-B8A7-0E5B-44AFB40A7890}"/>
          </ac:spMkLst>
        </pc:spChg>
        <pc:spChg chg="add mod">
          <ac:chgData name="NATHAN MC CORMACK - STUDENT" userId="67a71875-fada-4ba3-98db-004519d37f23" providerId="ADAL" clId="{C8CCCE63-08FA-44E1-BD6F-44CA6586AA5D}" dt="2026-04-26T22:58:54.807" v="8922"/>
          <ac:spMkLst>
            <pc:docMk/>
            <pc:sldMk cId="1959299326" sldId="361"/>
            <ac:spMk id="10" creationId="{A0305DC1-2CE7-D444-4BB1-080B217C16EF}"/>
          </ac:spMkLst>
        </pc:spChg>
        <pc:spChg chg="add mod">
          <ac:chgData name="NATHAN MC CORMACK - STUDENT" userId="67a71875-fada-4ba3-98db-004519d37f23" providerId="ADAL" clId="{C8CCCE63-08FA-44E1-BD6F-44CA6586AA5D}" dt="2026-04-26T23:00:03.777" v="8958" actId="1076"/>
          <ac:spMkLst>
            <pc:docMk/>
            <pc:sldMk cId="1959299326" sldId="361"/>
            <ac:spMk id="11" creationId="{E7D78BF5-3AE8-470C-682E-40D3EEB8D527}"/>
          </ac:spMkLst>
        </pc:spChg>
        <pc:spChg chg="add mod">
          <ac:chgData name="NATHAN MC CORMACK - STUDENT" userId="67a71875-fada-4ba3-98db-004519d37f23" providerId="ADAL" clId="{C8CCCE63-08FA-44E1-BD6F-44CA6586AA5D}" dt="2026-04-26T23:00:56.832" v="8994" actId="313"/>
          <ac:spMkLst>
            <pc:docMk/>
            <pc:sldMk cId="1959299326" sldId="361"/>
            <ac:spMk id="12" creationId="{0AFBDC3A-5040-58B2-446C-6FF432759AAC}"/>
          </ac:spMkLst>
        </pc:spChg>
        <pc:spChg chg="add mod">
          <ac:chgData name="NATHAN MC CORMACK - STUDENT" userId="67a71875-fada-4ba3-98db-004519d37f23" providerId="ADAL" clId="{C8CCCE63-08FA-44E1-BD6F-44CA6586AA5D}" dt="2026-04-26T23:05:44.576" v="9105" actId="14861"/>
          <ac:spMkLst>
            <pc:docMk/>
            <pc:sldMk cId="1959299326" sldId="361"/>
            <ac:spMk id="18" creationId="{67AFBAC8-4B07-E957-6B28-A1E7272DA432}"/>
          </ac:spMkLst>
        </pc:spChg>
        <pc:spChg chg="add mod">
          <ac:chgData name="NATHAN MC CORMACK - STUDENT" userId="67a71875-fada-4ba3-98db-004519d37f23" providerId="ADAL" clId="{C8CCCE63-08FA-44E1-BD6F-44CA6586AA5D}" dt="2026-04-26T23:05:48.391" v="9106" actId="14861"/>
          <ac:spMkLst>
            <pc:docMk/>
            <pc:sldMk cId="1959299326" sldId="361"/>
            <ac:spMk id="19" creationId="{FAD949DD-C699-C717-F8F7-EB72A8977A77}"/>
          </ac:spMkLst>
        </pc:spChg>
        <pc:spChg chg="add mod">
          <ac:chgData name="NATHAN MC CORMACK - STUDENT" userId="67a71875-fada-4ba3-98db-004519d37f23" providerId="ADAL" clId="{C8CCCE63-08FA-44E1-BD6F-44CA6586AA5D}" dt="2026-04-26T23:07:40.663" v="9133" actId="207"/>
          <ac:spMkLst>
            <pc:docMk/>
            <pc:sldMk cId="1959299326" sldId="361"/>
            <ac:spMk id="20" creationId="{00E71D15-AF0A-2D18-0A21-0959E94A6FEF}"/>
          </ac:spMkLst>
        </pc:spChg>
        <pc:spChg chg="add mod">
          <ac:chgData name="NATHAN MC CORMACK - STUDENT" userId="67a71875-fada-4ba3-98db-004519d37f23" providerId="ADAL" clId="{C8CCCE63-08FA-44E1-BD6F-44CA6586AA5D}" dt="2026-04-26T23:06:19.317" v="9113" actId="1076"/>
          <ac:spMkLst>
            <pc:docMk/>
            <pc:sldMk cId="1959299326" sldId="361"/>
            <ac:spMk id="21" creationId="{8568C900-34B7-2046-1FD0-3760420E761D}"/>
          </ac:spMkLst>
        </pc:spChg>
        <pc:cxnChg chg="add mod">
          <ac:chgData name="NATHAN MC CORMACK - STUDENT" userId="67a71875-fada-4ba3-98db-004519d37f23" providerId="ADAL" clId="{C8CCCE63-08FA-44E1-BD6F-44CA6586AA5D}" dt="2026-04-26T23:01:29.777" v="9002" actId="692"/>
          <ac:cxnSpMkLst>
            <pc:docMk/>
            <pc:sldMk cId="1959299326" sldId="361"/>
            <ac:cxnSpMk id="14" creationId="{1D1E63EA-08B5-D814-B577-A0C5C9397A43}"/>
          </ac:cxnSpMkLst>
        </pc:cxnChg>
        <pc:cxnChg chg="add mod">
          <ac:chgData name="NATHAN MC CORMACK - STUDENT" userId="67a71875-fada-4ba3-98db-004519d37f23" providerId="ADAL" clId="{C8CCCE63-08FA-44E1-BD6F-44CA6586AA5D}" dt="2026-04-26T23:01:37.848" v="9004" actId="1076"/>
          <ac:cxnSpMkLst>
            <pc:docMk/>
            <pc:sldMk cId="1959299326" sldId="361"/>
            <ac:cxnSpMk id="15" creationId="{1560BC36-46B1-49BE-C9C8-BBB910B7C051}"/>
          </ac:cxnSpMkLst>
        </pc:cxnChg>
        <pc:cxnChg chg="add mod">
          <ac:chgData name="NATHAN MC CORMACK - STUDENT" userId="67a71875-fada-4ba3-98db-004519d37f23" providerId="ADAL" clId="{C8CCCE63-08FA-44E1-BD6F-44CA6586AA5D}" dt="2026-04-26T23:01:43.780" v="9006" actId="1076"/>
          <ac:cxnSpMkLst>
            <pc:docMk/>
            <pc:sldMk cId="1959299326" sldId="361"/>
            <ac:cxnSpMk id="16" creationId="{14A3DEF1-9F95-C27F-BC86-35881205E9F1}"/>
          </ac:cxnSpMkLst>
        </pc:cxnChg>
        <pc:cxnChg chg="add mod">
          <ac:chgData name="NATHAN MC CORMACK - STUDENT" userId="67a71875-fada-4ba3-98db-004519d37f23" providerId="ADAL" clId="{C8CCCE63-08FA-44E1-BD6F-44CA6586AA5D}" dt="2026-04-26T23:01:49.244" v="9008" actId="1076"/>
          <ac:cxnSpMkLst>
            <pc:docMk/>
            <pc:sldMk cId="1959299326" sldId="361"/>
            <ac:cxnSpMk id="17" creationId="{5949208F-5588-9D93-9C51-64DDD5F034B6}"/>
          </ac:cxnSpMkLst>
        </pc:cxnChg>
        <pc:cxnChg chg="add mod">
          <ac:chgData name="NATHAN MC CORMACK - STUDENT" userId="67a71875-fada-4ba3-98db-004519d37f23" providerId="ADAL" clId="{C8CCCE63-08FA-44E1-BD6F-44CA6586AA5D}" dt="2026-04-26T23:06:44.539" v="9122" actId="14100"/>
          <ac:cxnSpMkLst>
            <pc:docMk/>
            <pc:sldMk cId="1959299326" sldId="361"/>
            <ac:cxnSpMk id="23" creationId="{1E6F3048-7042-27B6-9A09-9594B29E09A4}"/>
          </ac:cxnSpMkLst>
        </pc:cxnChg>
        <pc:cxnChg chg="add mod">
          <ac:chgData name="NATHAN MC CORMACK - STUDENT" userId="67a71875-fada-4ba3-98db-004519d37f23" providerId="ADAL" clId="{C8CCCE63-08FA-44E1-BD6F-44CA6586AA5D}" dt="2026-04-26T23:07:33.036" v="9131" actId="1076"/>
          <ac:cxnSpMkLst>
            <pc:docMk/>
            <pc:sldMk cId="1959299326" sldId="361"/>
            <ac:cxnSpMk id="26" creationId="{01EC3BDB-B6EE-57BC-CFB3-6FBDDC813A8A}"/>
          </ac:cxnSpMkLst>
        </pc:cxnChg>
      </pc:sldChg>
      <pc:sldChg chg="addSp delSp modSp add mod ord">
        <pc:chgData name="NATHAN MC CORMACK - STUDENT" userId="67a71875-fada-4ba3-98db-004519d37f23" providerId="ADAL" clId="{C8CCCE63-08FA-44E1-BD6F-44CA6586AA5D}" dt="2026-04-27T10:57:54.146" v="10200" actId="313"/>
        <pc:sldMkLst>
          <pc:docMk/>
          <pc:sldMk cId="1408564879" sldId="362"/>
        </pc:sldMkLst>
        <pc:spChg chg="mod">
          <ac:chgData name="NATHAN MC CORMACK - STUDENT" userId="67a71875-fada-4ba3-98db-004519d37f23" providerId="ADAL" clId="{C8CCCE63-08FA-44E1-BD6F-44CA6586AA5D}" dt="2026-04-26T23:30:14.306" v="9696" actId="20577"/>
          <ac:spMkLst>
            <pc:docMk/>
            <pc:sldMk cId="1408564879" sldId="362"/>
            <ac:spMk id="2" creationId="{2A280E6D-FB8B-908C-DDA5-393F7446CD62}"/>
          </ac:spMkLst>
        </pc:spChg>
        <pc:spChg chg="mod">
          <ac:chgData name="NATHAN MC CORMACK - STUDENT" userId="67a71875-fada-4ba3-98db-004519d37f23" providerId="ADAL" clId="{C8CCCE63-08FA-44E1-BD6F-44CA6586AA5D}" dt="2026-04-26T23:29:42.363" v="9677" actId="1076"/>
          <ac:spMkLst>
            <pc:docMk/>
            <pc:sldMk cId="1408564879" sldId="362"/>
            <ac:spMk id="3" creationId="{558028D8-A7EE-7C13-78A7-05E806D10A8C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5" creationId="{DC7C5660-B2EF-9F2C-10C3-A4835D3134B6}"/>
          </ac:spMkLst>
        </pc:spChg>
        <pc:spChg chg="add mod">
          <ac:chgData name="NATHAN MC CORMACK - STUDENT" userId="67a71875-fada-4ba3-98db-004519d37f23" providerId="ADAL" clId="{C8CCCE63-08FA-44E1-BD6F-44CA6586AA5D}" dt="2026-04-27T10:57:54.146" v="10200" actId="313"/>
          <ac:spMkLst>
            <pc:docMk/>
            <pc:sldMk cId="1408564879" sldId="362"/>
            <ac:spMk id="6" creationId="{694C9B0F-4251-584A-AF40-A94C568EFC8B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7" creationId="{FB5AFB45-1D87-8F1A-503D-7920CDFCFDA9}"/>
          </ac:spMkLst>
        </pc:spChg>
        <pc:spChg chg="del">
          <ac:chgData name="NATHAN MC CORMACK - STUDENT" userId="67a71875-fada-4ba3-98db-004519d37f23" providerId="ADAL" clId="{C8CCCE63-08FA-44E1-BD6F-44CA6586AA5D}" dt="2026-04-26T23:29:24.692" v="9671" actId="478"/>
          <ac:spMkLst>
            <pc:docMk/>
            <pc:sldMk cId="1408564879" sldId="362"/>
            <ac:spMk id="12" creationId="{7482CF4E-0A3C-D773-A2C6-56D6512585FB}"/>
          </ac:spMkLst>
        </pc:spChg>
        <pc:spChg chg="del">
          <ac:chgData name="NATHAN MC CORMACK - STUDENT" userId="67a71875-fada-4ba3-98db-004519d37f23" providerId="ADAL" clId="{C8CCCE63-08FA-44E1-BD6F-44CA6586AA5D}" dt="2026-04-26T23:29:24.692" v="9671" actId="478"/>
          <ac:spMkLst>
            <pc:docMk/>
            <pc:sldMk cId="1408564879" sldId="362"/>
            <ac:spMk id="13" creationId="{D247029C-D037-EF90-2580-4AD307D717EE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21" creationId="{910863B1-FCDD-462E-02D3-07AF387013C3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22" creationId="{86701127-3F4A-E4A4-CFB4-09EB823BC266}"/>
          </ac:spMkLst>
        </pc:spChg>
        <pc:spChg chg="del mod">
          <ac:chgData name="NATHAN MC CORMACK - STUDENT" userId="67a71875-fada-4ba3-98db-004519d37f23" providerId="ADAL" clId="{C8CCCE63-08FA-44E1-BD6F-44CA6586AA5D}" dt="2026-04-26T23:29:29.674" v="9674" actId="21"/>
          <ac:spMkLst>
            <pc:docMk/>
            <pc:sldMk cId="1408564879" sldId="362"/>
            <ac:spMk id="23" creationId="{604859EC-F17A-4052-D2DC-B30B43AB3194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24" creationId="{3D475315-83EB-078C-61DD-87B588809A01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25" creationId="{AF3AEF38-20A4-5E04-6DF7-5E55C7E0B3C7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26" creationId="{15770DE7-D4AE-3D2C-1BAC-6272CBBE2842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35" creationId="{CF8E5F58-C2B6-135D-64D3-E93044FD5249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36" creationId="{60CBA929-63CE-B2DA-37BB-6CC498B1CA8E}"/>
          </ac:spMkLst>
        </pc:spChg>
        <pc:spChg chg="del">
          <ac:chgData name="NATHAN MC CORMACK - STUDENT" userId="67a71875-fada-4ba3-98db-004519d37f23" providerId="ADAL" clId="{C8CCCE63-08FA-44E1-BD6F-44CA6586AA5D}" dt="2026-04-26T23:29:16.795" v="9670" actId="478"/>
          <ac:spMkLst>
            <pc:docMk/>
            <pc:sldMk cId="1408564879" sldId="362"/>
            <ac:spMk id="37" creationId="{95797C84-9712-9AC8-B130-F2F8066BD39C}"/>
          </ac:spMkLst>
        </pc:spChg>
        <pc:cxnChg chg="del">
          <ac:chgData name="NATHAN MC CORMACK - STUDENT" userId="67a71875-fada-4ba3-98db-004519d37f23" providerId="ADAL" clId="{C8CCCE63-08FA-44E1-BD6F-44CA6586AA5D}" dt="2026-04-26T23:29:24.692" v="9671" actId="478"/>
          <ac:cxnSpMkLst>
            <pc:docMk/>
            <pc:sldMk cId="1408564879" sldId="362"/>
            <ac:cxnSpMk id="33" creationId="{63F454EA-E7E3-D7AC-C243-9A105CCBBB94}"/>
          </ac:cxnSpMkLst>
        </pc:cxnChg>
        <pc:cxnChg chg="del">
          <ac:chgData name="NATHAN MC CORMACK - STUDENT" userId="67a71875-fada-4ba3-98db-004519d37f23" providerId="ADAL" clId="{C8CCCE63-08FA-44E1-BD6F-44CA6586AA5D}" dt="2026-04-26T23:29:24.692" v="9671" actId="478"/>
          <ac:cxnSpMkLst>
            <pc:docMk/>
            <pc:sldMk cId="1408564879" sldId="362"/>
            <ac:cxnSpMk id="34" creationId="{DF04B7D9-2D32-2CB0-7449-9EFC0D44062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6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and fun game, where users can test their general knowledge by drawing a card and placing it between two boundaries – “0” and “∞”.</a:t>
            </a:r>
          </a:p>
          <a:p>
            <a:r>
              <a:rPr lang="en-US" dirty="0"/>
              <a:t>The answers to each question will be numerical only, and placing the question in an incorrect position on the number line will result in the game ending.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82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849F-CE96-DC1B-C468-9D3A6A6F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CA194-A878-A9FF-114B-292E46B74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0C301-3A86-B208-91AB-7D3275B51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06CA9-BF44-F31A-4225-DE1817875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70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6E188-EC87-3141-1A07-C9FA1CC2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A8189-1AE1-62B2-BC61-2840E8BE5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F743D-8E1B-34E7-FA3F-15F9A84B6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and fun game, where users can test their general knowledge by drawing a card and placing it between two boundaries – “0” and “∞”.</a:t>
            </a:r>
          </a:p>
          <a:p>
            <a:r>
              <a:rPr lang="en-US" dirty="0"/>
              <a:t>The answers to each question will be numerical only, and placing the question in an incorrect position on the number line will result in the game ending.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4BE47-AB03-124B-A98C-E5A29C5F5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27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b="1"/>
              <a:t>Linking back to Research:</a:t>
            </a:r>
          </a:p>
          <a:p>
            <a:r>
              <a:rPr lang="en-IE" b="1"/>
              <a:t>Node.js</a:t>
            </a:r>
            <a:r>
              <a:rPr lang="en-IE"/>
              <a:t> – powers JS tooling for the frontend, React/Vite are built around Node.js, manages dependencies to run React/Vite environments,</a:t>
            </a:r>
          </a:p>
          <a:p>
            <a:r>
              <a:rPr lang="en-IE" b="1"/>
              <a:t>React</a:t>
            </a:r>
            <a:r>
              <a:rPr lang="en-IE"/>
              <a:t> –  ideal for my Drag and Drop style game, easily extendable – allows to test small bits at a time and continuously build upon,</a:t>
            </a:r>
          </a:p>
          <a:p>
            <a:r>
              <a:rPr lang="en-IE" b="1"/>
              <a:t>Vite</a:t>
            </a:r>
            <a:r>
              <a:rPr lang="en-IE"/>
              <a:t> – implemented into industry within the last couple years, replacing create-react, much faster than competitors – trial/error testing,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b="1"/>
              <a:t>Axios: </a:t>
            </a:r>
            <a:r>
              <a:rPr lang="en-IE"/>
              <a:t>fetches API on the frontend to call REST endpoints, handles JSON responses between the React app and </a:t>
            </a:r>
            <a:r>
              <a:rPr lang="en-IE" err="1"/>
              <a:t>FastAPI</a:t>
            </a:r>
            <a:r>
              <a:rPr lang="en-IE"/>
              <a:t> backend,</a:t>
            </a:r>
          </a:p>
          <a:p>
            <a:r>
              <a:rPr lang="en-IE" b="1" err="1"/>
              <a:t>DnD</a:t>
            </a:r>
            <a:r>
              <a:rPr lang="en-IE" b="1"/>
              <a:t>-kit</a:t>
            </a:r>
            <a:r>
              <a:rPr lang="en-IE"/>
              <a:t>: provides accessible, react-friendly D&amp;D components and zones, much more flexible and actively maintained than other </a:t>
            </a:r>
            <a:r>
              <a:rPr lang="en-IE" err="1"/>
              <a:t>dnd</a:t>
            </a:r>
            <a:r>
              <a:rPr lang="en-IE"/>
              <a:t> libraries,</a:t>
            </a:r>
          </a:p>
          <a:p>
            <a:endParaRPr lang="en-IE" b="1"/>
          </a:p>
          <a:p>
            <a:endParaRPr lang="en-IE" b="1"/>
          </a:p>
          <a:p>
            <a:r>
              <a:rPr lang="en-IE" b="1"/>
              <a:t>Python: </a:t>
            </a:r>
            <a:r>
              <a:rPr lang="en-IE"/>
              <a:t>clean syntax, lots of libraries, integrates well with </a:t>
            </a:r>
            <a:r>
              <a:rPr lang="en-IE" err="1"/>
              <a:t>FastAPI</a:t>
            </a:r>
            <a:endParaRPr lang="en-IE"/>
          </a:p>
          <a:p>
            <a:r>
              <a:rPr lang="en-IE" b="1" err="1"/>
              <a:t>FastAPI</a:t>
            </a:r>
            <a:r>
              <a:rPr lang="en-IE" b="1"/>
              <a:t>: </a:t>
            </a:r>
            <a:r>
              <a:rPr lang="en-IE"/>
              <a:t>Allows to build REST API in Python with data validation and automatically generates the Swagger UI, &gt; </a:t>
            </a:r>
            <a:r>
              <a:rPr lang="en-GB"/>
              <a:t>Compared with something heavier like Django, </a:t>
            </a:r>
            <a:r>
              <a:rPr lang="en-GB" err="1"/>
              <a:t>FastAPI</a:t>
            </a:r>
            <a:r>
              <a:rPr lang="en-GB"/>
              <a:t> is lean, fast, and better suited to a small, API-focused backend like mine.</a:t>
            </a:r>
          </a:p>
          <a:p>
            <a:r>
              <a:rPr lang="en-IE" b="1" err="1"/>
              <a:t>Uvicorn</a:t>
            </a:r>
            <a:r>
              <a:rPr lang="en-IE" b="1"/>
              <a:t>: </a:t>
            </a:r>
            <a:r>
              <a:rPr lang="en-IE" b="0"/>
              <a:t>highly recommended </a:t>
            </a:r>
            <a:r>
              <a:rPr lang="en-IE"/>
              <a:t>ASGI to run </a:t>
            </a:r>
            <a:r>
              <a:rPr lang="en-IE" err="1"/>
              <a:t>FastAPI</a:t>
            </a:r>
            <a:r>
              <a:rPr lang="en-IE"/>
              <a:t>, designed for python (handles incoming HTTP requests),</a:t>
            </a:r>
          </a:p>
          <a:p>
            <a:r>
              <a:rPr lang="en-IE" b="1"/>
              <a:t>SQL: </a:t>
            </a:r>
            <a:r>
              <a:rPr lang="en-IE" b="0"/>
              <a:t>easy to query data (random/by id), very comfortable using through past experience. SQLite for simple </a:t>
            </a:r>
            <a:r>
              <a:rPr lang="en-IE" b="0" err="1"/>
              <a:t>db</a:t>
            </a:r>
            <a:r>
              <a:rPr lang="en-IE" b="0"/>
              <a:t> file, later – SQL Postgres once docker is implemented and proper server is running,</a:t>
            </a:r>
          </a:p>
          <a:p>
            <a:r>
              <a:rPr lang="en-IE"/>
              <a:t> </a:t>
            </a:r>
          </a:p>
          <a:p>
            <a:endParaRPr lang="en-IE"/>
          </a:p>
          <a:p>
            <a:r>
              <a:rPr lang="en-IE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53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AF763-A369-CC58-313D-B6AC0B3CE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D67AF-2595-CFB3-63F0-285795851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A5E2B-279A-4407-C3C1-5ED57F053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and fun game, where users can test their general knowledge by drawing a card and placing it between two boundaries – “0” and “∞”.</a:t>
            </a:r>
          </a:p>
          <a:p>
            <a:r>
              <a:rPr lang="en-US" dirty="0"/>
              <a:t>The answers to each question will be numerical only, and placing the question in an incorrect position on the number line will result in the game ending.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CC710-BFA3-EA81-9C89-D7CC04CA0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28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664F-8514-0DAB-261E-BAC04F55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E7F3C-1A2F-CC5E-F767-D7BCB3191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8CF4B-146D-2A77-043E-D7C4DB2E8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022E9-FF88-CD05-7821-3615E9D1A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4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CEBD-C1B2-F806-FCC2-946DF08F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BE3F2-FB6E-522D-A728-05F1F338B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7FA2B-8C4A-920A-D84F-5ECAA664F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83323-FBDC-385D-6086-9C9E7965F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52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 demo: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Backend: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MakeFile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runs backend. (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uvicorn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ASGI web server that </a:t>
            </a:r>
            <a:r>
              <a:rPr lang="en-I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handles HTTP requests and passes them to the </a:t>
            </a:r>
            <a:r>
              <a:rPr lang="en-IE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I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en-I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Quickly show models file with database tables, schemas for validations 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 - quickly show both swaggers for services, explain endpoints -&gt; highlight two main endpoints I'm using as of now (random questions, question by ID), scroll down - show schema.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Quickly walk through these endpoints in main.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CORS - briefly explain.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user - unit tests. What coverage I'll be aiming for </a:t>
            </a:r>
          </a:p>
          <a:p>
            <a:r>
              <a:rPr lang="en-GB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Frontend: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Downloading Vite, files it gave, why we need these 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where the endpoints are called using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axios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file structure - so having an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App.jsx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file,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QuestionPlacement.jsx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separate file and then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Main.jsx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 functionality -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requests from frontend to backend. Drag and drop (explain later there will be game logic)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the process of when the card gets dropped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the number line- questions get stored in an array, with a unique id "slot-XXX" based off the current question ID, if that is null or undefined I've added the current time as the unique ID to avoid bugs/errors. </a:t>
            </a:r>
          </a:p>
          <a:p>
            <a:pPr rtl="0" fontAlgn="ctr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to the function that loads a new question (calls backend)</a:t>
            </a:r>
          </a:p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38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o.screenpal.com/watch/cOftrenOEI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4343" y="0"/>
            <a:ext cx="5747657" cy="77376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dirty="0"/>
              <a:t>Ranger - </a:t>
            </a:r>
            <a:br>
              <a:rPr lang="en-US" sz="7200" dirty="0"/>
            </a:br>
            <a:r>
              <a:rPr lang="en-US" sz="7200" dirty="0"/>
              <a:t> an AI Quiz </a:t>
            </a:r>
            <a:br>
              <a:rPr lang="en-US" sz="7200" dirty="0"/>
            </a:br>
            <a:r>
              <a:rPr lang="en-US" sz="7200" dirty="0"/>
              <a:t>game</a:t>
            </a:r>
            <a:br>
              <a:rPr lang="en-US" dirty="0"/>
            </a:br>
            <a:br>
              <a:rPr lang="en-US" dirty="0"/>
            </a:b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FYP 2025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Nathan McCormack</a:t>
            </a: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Supervisor – Dr Fergus Downey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48" y="316187"/>
            <a:ext cx="2873177" cy="676716"/>
          </a:xfrm>
        </p:spPr>
        <p:txBody>
          <a:bodyPr>
            <a:normAutofit/>
          </a:bodyPr>
          <a:lstStyle/>
          <a:p>
            <a:r>
              <a:rPr lang="en-US" sz="4000" dirty="0"/>
              <a:t>RECAP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5836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 descr="A diagram of a question mark&#10;&#10;AI-generated content may be incorrect.">
            <a:extLst>
              <a:ext uri="{FF2B5EF4-FFF2-40B4-BE49-F238E27FC236}">
                <a16:creationId xmlns:a16="http://schemas.microsoft.com/office/drawing/2014/main" id="{783005C0-3396-A4B0-0F81-7940A9C9B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5" y="1433977"/>
            <a:ext cx="1670904" cy="2393495"/>
          </a:xfrm>
          <a:prstGeom prst="rect">
            <a:avLst/>
          </a:prstGeom>
          <a:effectLst>
            <a:glow rad="50800">
              <a:schemeClr val="tx2">
                <a:lumMod val="50000"/>
                <a:lumOff val="50000"/>
                <a:alpha val="25000"/>
              </a:schemeClr>
            </a:glow>
            <a:softEdge rad="38100"/>
          </a:effectLst>
        </p:spPr>
      </p:pic>
      <p:pic>
        <p:nvPicPr>
          <p:cNvPr id="1026" name="Picture 2" descr="Deck of &#10;Questions &#10;Drag and &#10;Drop &#10;How Long is the Great &#10;Wall of Chine (in km)? &#10;0 &#10;Game &#10;How many planets &#10;Next &#10;8 &#10;Ends &#10;are in the solar &#10;system? &#10;Array, questions answers are read and the array is &#10;checked so that 0 &lt;...&lt; &gt;&lt;&gt;&lt;&gt; &lt;.....&lt; (infinity) &#10;class QuestionDB(Base) : &#10;_tablename_ _ &quot;questions&quot; &#10;id: Mapped[int] = mapped_column[primary_key=True, index=True) &#10;question: Mapped[str] - mapped_column(String, nullable-False) &#10;answer: Mapped[int] - mapped_column(Integer, nullable-False) # integer &gt;= @ &#10;category; Mapped[str] - mapped_column(String, nullable false, index-True) &#10;difficulty: Mapped[str] = mapped_column(String, nullable-False) Aeasy, medium, hard &#10;created_at: Mapped[str] = mapped_column(DateTime[timezone=True), server_default-func.now(), nullable=False) &#10;updated_at: Mapped[str] = mapped_column(DateTime(timezone-True), server_default-func.now(), onupdate-func.now(), nullable-False) &#10;Questions are hidden from user on web page, &#10;but the FastAPI CRUD endpoints can still &#10;read the values, and check them once the &#10;question is places ">
            <a:extLst>
              <a:ext uri="{FF2B5EF4-FFF2-40B4-BE49-F238E27FC236}">
                <a16:creationId xmlns:a16="http://schemas.microsoft.com/office/drawing/2014/main" id="{5CAE67A3-DC8D-FBC6-E93F-D2DAA53236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31"/>
          <a:stretch>
            <a:fillRect/>
          </a:stretch>
        </p:blipFill>
        <p:spPr bwMode="auto">
          <a:xfrm>
            <a:off x="44705" y="3934029"/>
            <a:ext cx="4286813" cy="1767274"/>
          </a:xfrm>
          <a:prstGeom prst="rect">
            <a:avLst/>
          </a:prstGeom>
          <a:noFill/>
          <a:effectLst>
            <a:glow rad="50800">
              <a:schemeClr val="tx2">
                <a:lumMod val="50000"/>
                <a:lumOff val="50000"/>
                <a:alpha val="25000"/>
              </a:schemeClr>
            </a:glow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890A7-EAA2-9146-5536-EFFD056A1370}"/>
              </a:ext>
            </a:extLst>
          </p:cNvPr>
          <p:cNvSpPr txBox="1"/>
          <p:nvPr/>
        </p:nvSpPr>
        <p:spPr>
          <a:xfrm>
            <a:off x="767959" y="1433977"/>
            <a:ext cx="992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latin typeface="+mj-lt"/>
              </a:rPr>
              <a:t>Week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23959-FA7B-E89C-D2BE-D79058A82AEA}"/>
              </a:ext>
            </a:extLst>
          </p:cNvPr>
          <p:cNvSpPr txBox="1"/>
          <p:nvPr/>
        </p:nvSpPr>
        <p:spPr>
          <a:xfrm>
            <a:off x="114013" y="3955614"/>
            <a:ext cx="115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latin typeface="+mj-lt"/>
              </a:rPr>
              <a:t>Week 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A664C4-D3D0-2927-AF41-4B12DEC75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825" y="1455560"/>
            <a:ext cx="2402822" cy="2350327"/>
          </a:xfrm>
          <a:prstGeom prst="rect">
            <a:avLst/>
          </a:prstGeom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D9E353-4A24-6ECB-C666-2D65F4787FAC}"/>
              </a:ext>
            </a:extLst>
          </p:cNvPr>
          <p:cNvSpPr txBox="1"/>
          <p:nvPr/>
        </p:nvSpPr>
        <p:spPr>
          <a:xfrm>
            <a:off x="3519319" y="1455560"/>
            <a:ext cx="816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b="1" dirty="0">
                <a:latin typeface="+mj-lt"/>
              </a:rPr>
              <a:t>XMAS Demo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1EAFFF-8274-2A93-CE74-B7D607D186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362" t="-245" r="7970" b="23952"/>
          <a:stretch>
            <a:fillRect/>
          </a:stretch>
        </p:blipFill>
        <p:spPr>
          <a:xfrm>
            <a:off x="4397559" y="1433977"/>
            <a:ext cx="7723120" cy="4267326"/>
          </a:xfrm>
          <a:prstGeom prst="rect">
            <a:avLst/>
          </a:prstGeom>
          <a:effectLst>
            <a:glow rad="114300">
              <a:schemeClr val="tx2">
                <a:lumMod val="50000"/>
                <a:lumOff val="50000"/>
                <a:alpha val="25000"/>
              </a:schemeClr>
            </a:glo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DE2D1C-E48B-8189-57AD-E94D0CE03172}"/>
              </a:ext>
            </a:extLst>
          </p:cNvPr>
          <p:cNvSpPr txBox="1"/>
          <p:nvPr/>
        </p:nvSpPr>
        <p:spPr>
          <a:xfrm>
            <a:off x="10717864" y="5362749"/>
            <a:ext cx="147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b="1" dirty="0">
                <a:latin typeface="+mj-lt"/>
              </a:rPr>
              <a:t>Final Design</a:t>
            </a:r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994" y="-296814"/>
            <a:ext cx="3619861" cy="1326514"/>
          </a:xfrm>
        </p:spPr>
        <p:txBody>
          <a:bodyPr>
            <a:normAutofit/>
          </a:bodyPr>
          <a:lstStyle/>
          <a:p>
            <a:r>
              <a:rPr lang="en-US" sz="3600" dirty="0"/>
              <a:t>Sem 2 goals</a:t>
            </a:r>
            <a:endParaRPr lang="en-ZA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994" y="1286509"/>
            <a:ext cx="6192838" cy="4284981"/>
          </a:xfrm>
          <a:noFill/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Highest Priority:</a:t>
            </a:r>
          </a:p>
          <a:p>
            <a:pPr lvl="1"/>
            <a:r>
              <a:rPr lang="en-US" dirty="0"/>
              <a:t>Game logic</a:t>
            </a:r>
          </a:p>
          <a:p>
            <a:pPr lvl="1"/>
            <a:r>
              <a:rPr lang="en-US" dirty="0"/>
              <a:t>Unit Testing </a:t>
            </a:r>
          </a:p>
          <a:p>
            <a:pPr lvl="1"/>
            <a:r>
              <a:rPr lang="en-US" dirty="0"/>
              <a:t>AI Implementation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Medium Priority:</a:t>
            </a:r>
          </a:p>
          <a:p>
            <a:pPr lvl="1"/>
            <a:r>
              <a:rPr lang="en-US" dirty="0"/>
              <a:t>User Login/Account Creation </a:t>
            </a:r>
          </a:p>
          <a:p>
            <a:pPr lvl="1"/>
            <a:r>
              <a:rPr lang="en-US" dirty="0"/>
              <a:t>Containerise services </a:t>
            </a:r>
          </a:p>
          <a:p>
            <a:pPr lvl="1"/>
            <a:r>
              <a:rPr lang="en-US" dirty="0"/>
              <a:t>Data Storage for user (high scores, avg score etc.)</a:t>
            </a:r>
          </a:p>
          <a:p>
            <a:pPr lvl="1"/>
            <a:r>
              <a:rPr lang="en-US" dirty="0"/>
              <a:t>LCOV (Linux Coverage Reports)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Lower Priority:</a:t>
            </a:r>
          </a:p>
          <a:p>
            <a:pPr lvl="1"/>
            <a:r>
              <a:rPr lang="en-US" dirty="0"/>
              <a:t>Multiplayer</a:t>
            </a:r>
          </a:p>
          <a:p>
            <a:pPr lvl="1"/>
            <a:r>
              <a:rPr lang="en-US" dirty="0"/>
              <a:t>Accessibility Features (colour schemes, sounds etc.)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98612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26392-CD60-5510-F55F-D127A0566A26}"/>
              </a:ext>
            </a:extLst>
          </p:cNvPr>
          <p:cNvSpPr txBox="1"/>
          <p:nvPr/>
        </p:nvSpPr>
        <p:spPr>
          <a:xfrm>
            <a:off x="9216880" y="366443"/>
            <a:ext cx="259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CC878-6077-740B-38F0-5B4BE2FB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D5E4-9EEE-18D8-B509-6DF0D522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>
            <a:normAutofit/>
          </a:bodyPr>
          <a:lstStyle/>
          <a:p>
            <a:r>
              <a:rPr lang="en-US" sz="3600" dirty="0"/>
              <a:t>Game logic </a:t>
            </a:r>
            <a:endParaRPr lang="en-ZA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FB80B-CEE2-6E76-F369-C8B7598B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79132"/>
            <a:ext cx="28937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D83AA-B8F2-068C-8EF2-1042B409F1EE}"/>
              </a:ext>
            </a:extLst>
          </p:cNvPr>
          <p:cNvSpPr txBox="1"/>
          <p:nvPr/>
        </p:nvSpPr>
        <p:spPr>
          <a:xfrm>
            <a:off x="10676226" y="255607"/>
            <a:ext cx="109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Goals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31E5BB-F342-9B47-B899-F270969844AB}"/>
              </a:ext>
            </a:extLst>
          </p:cNvPr>
          <p:cNvSpPr/>
          <p:nvPr/>
        </p:nvSpPr>
        <p:spPr>
          <a:xfrm>
            <a:off x="3344975" y="2034719"/>
            <a:ext cx="1560946" cy="1249680"/>
          </a:xfrm>
          <a:prstGeom prst="roundRect">
            <a:avLst/>
          </a:prstGeom>
          <a:solidFill>
            <a:srgbClr val="F49838"/>
          </a:solidFill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chemeClr val="tx1"/>
                </a:solidFill>
              </a:rPr>
              <a:t>Left Card Answer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E4C99F-1FCB-FA91-20BA-457D3E21F1F1}"/>
              </a:ext>
            </a:extLst>
          </p:cNvPr>
          <p:cNvSpPr/>
          <p:nvPr/>
        </p:nvSpPr>
        <p:spPr>
          <a:xfrm>
            <a:off x="7485985" y="2034719"/>
            <a:ext cx="1560946" cy="1249680"/>
          </a:xfrm>
          <a:prstGeom prst="roundRect">
            <a:avLst/>
          </a:prstGeom>
          <a:solidFill>
            <a:srgbClr val="F49838"/>
          </a:solidFill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chemeClr val="tx1"/>
                </a:solidFill>
              </a:rPr>
              <a:t>Right Card Answer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F13C4F-02B1-B403-91C4-728548C68CE9}"/>
              </a:ext>
            </a:extLst>
          </p:cNvPr>
          <p:cNvSpPr/>
          <p:nvPr/>
        </p:nvSpPr>
        <p:spPr>
          <a:xfrm>
            <a:off x="5415480" y="2034719"/>
            <a:ext cx="1560946" cy="1249680"/>
          </a:xfrm>
          <a:prstGeom prst="roundRect">
            <a:avLst/>
          </a:prstGeom>
          <a:solidFill>
            <a:srgbClr val="F49838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chemeClr val="tx1"/>
                </a:solidFill>
              </a:rPr>
              <a:t>Placed Card Answer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2" name="Graphic 11" descr="Infinity with solid fill">
            <a:extLst>
              <a:ext uri="{FF2B5EF4-FFF2-40B4-BE49-F238E27FC236}">
                <a16:creationId xmlns:a16="http://schemas.microsoft.com/office/drawing/2014/main" id="{C1CB0175-77A9-2B08-4BFE-70847C8F1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1826" y="220235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F65826-F453-9415-0655-68756ED80A14}"/>
              </a:ext>
            </a:extLst>
          </p:cNvPr>
          <p:cNvSpPr txBox="1"/>
          <p:nvPr/>
        </p:nvSpPr>
        <p:spPr>
          <a:xfrm>
            <a:off x="9150090" y="2659559"/>
            <a:ext cx="81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400" b="1" dirty="0"/>
              <a:t>…</a:t>
            </a:r>
            <a:endParaRPr lang="en-GB" sz="4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DEECD-44B6-025E-666C-D37334F4F779}"/>
              </a:ext>
            </a:extLst>
          </p:cNvPr>
          <p:cNvSpPr txBox="1"/>
          <p:nvPr/>
        </p:nvSpPr>
        <p:spPr>
          <a:xfrm>
            <a:off x="2429016" y="2659559"/>
            <a:ext cx="81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400" b="1" dirty="0"/>
              <a:t>…</a:t>
            </a:r>
            <a:endParaRPr lang="en-GB" sz="4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FAC2B-A9E8-C137-82A0-22B296A8DB1E}"/>
              </a:ext>
            </a:extLst>
          </p:cNvPr>
          <p:cNvSpPr txBox="1"/>
          <p:nvPr/>
        </p:nvSpPr>
        <p:spPr>
          <a:xfrm>
            <a:off x="1670075" y="2268736"/>
            <a:ext cx="6557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b="1" dirty="0"/>
              <a:t>0</a:t>
            </a:r>
            <a:endParaRPr lang="en-GB" sz="6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ECFC57-E403-1A1B-C012-33822EB3B76D}"/>
              </a:ext>
            </a:extLst>
          </p:cNvPr>
          <p:cNvSpPr txBox="1"/>
          <p:nvPr/>
        </p:nvSpPr>
        <p:spPr>
          <a:xfrm>
            <a:off x="4905921" y="2305616"/>
            <a:ext cx="661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B52FC-84AE-CC49-C257-3FEA53038307}"/>
              </a:ext>
            </a:extLst>
          </p:cNvPr>
          <p:cNvSpPr txBox="1"/>
          <p:nvPr/>
        </p:nvSpPr>
        <p:spPr>
          <a:xfrm>
            <a:off x="6976426" y="2305616"/>
            <a:ext cx="661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0BCCA-DC2A-10E8-B703-9771CDDCA35A}"/>
              </a:ext>
            </a:extLst>
          </p:cNvPr>
          <p:cNvSpPr txBox="1"/>
          <p:nvPr/>
        </p:nvSpPr>
        <p:spPr>
          <a:xfrm>
            <a:off x="899160" y="3932278"/>
            <a:ext cx="76906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When User Places Card: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3 question id’s are gotten: </a:t>
            </a:r>
            <a:r>
              <a:rPr lang="en-IE" dirty="0">
                <a:solidFill>
                  <a:srgbClr val="FFFF00"/>
                </a:solidFill>
              </a:rPr>
              <a:t>placed</a:t>
            </a:r>
            <a:r>
              <a:rPr lang="en-IE" dirty="0"/>
              <a:t> card &amp; both </a:t>
            </a:r>
            <a:r>
              <a:rPr lang="en-IE" dirty="0">
                <a:solidFill>
                  <a:srgbClr val="00B050"/>
                </a:solidFill>
              </a:rPr>
              <a:t>neighbour</a:t>
            </a:r>
            <a:r>
              <a:rPr lang="en-IE" dirty="0"/>
              <a:t> cards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Question id’s get sent to backend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Answers are fetched from DB using the id’s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Game logic is applied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Returns Boolean - “correct”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74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CE6B9-CC5E-D38E-DE6B-263248E9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BA91-93C9-665C-95DF-696382B7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47" y="316187"/>
            <a:ext cx="5466261" cy="67671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AI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15038-3D8E-B507-3F45-083D020A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3267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A3944-FED5-6F4D-F435-16AAF45BAE2A}"/>
              </a:ext>
            </a:extLst>
          </p:cNvPr>
          <p:cNvSpPr txBox="1"/>
          <p:nvPr/>
        </p:nvSpPr>
        <p:spPr>
          <a:xfrm>
            <a:off x="10776160" y="316187"/>
            <a:ext cx="1164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Goals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180423-A8F8-03E9-1556-D541CC919C58}"/>
              </a:ext>
            </a:extLst>
          </p:cNvPr>
          <p:cNvSpPr/>
          <p:nvPr/>
        </p:nvSpPr>
        <p:spPr>
          <a:xfrm>
            <a:off x="3748809" y="1557863"/>
            <a:ext cx="1874982" cy="67671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Category</a:t>
            </a:r>
            <a:endParaRPr lang="en-GB" b="1" dirty="0">
              <a:solidFill>
                <a:srgbClr val="0A4054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C33112-7EF0-C958-448B-78ADD8419380}"/>
              </a:ext>
            </a:extLst>
          </p:cNvPr>
          <p:cNvSpPr/>
          <p:nvPr/>
        </p:nvSpPr>
        <p:spPr>
          <a:xfrm>
            <a:off x="3748809" y="2331439"/>
            <a:ext cx="1874982" cy="67671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Difficulty</a:t>
            </a:r>
            <a:endParaRPr lang="en-GB" b="1" dirty="0">
              <a:solidFill>
                <a:srgbClr val="0A405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F5FD15-3712-AEA5-0087-375DC89CB439}"/>
              </a:ext>
            </a:extLst>
          </p:cNvPr>
          <p:cNvSpPr txBox="1"/>
          <p:nvPr/>
        </p:nvSpPr>
        <p:spPr>
          <a:xfrm>
            <a:off x="5586847" y="1438495"/>
            <a:ext cx="5426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600" dirty="0">
                <a:solidFill>
                  <a:srgbClr val="0A4054"/>
                </a:solidFill>
              </a:rPr>
              <a:t>}</a:t>
            </a:r>
            <a:endParaRPr lang="en-GB" sz="9600" dirty="0">
              <a:solidFill>
                <a:srgbClr val="0A4054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A17D4C-3015-2697-0E29-30A4D5AC9C9D}"/>
              </a:ext>
            </a:extLst>
          </p:cNvPr>
          <p:cNvSpPr/>
          <p:nvPr/>
        </p:nvSpPr>
        <p:spPr>
          <a:xfrm>
            <a:off x="7042722" y="1816542"/>
            <a:ext cx="1711040" cy="102523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Clicks</a:t>
            </a:r>
          </a:p>
          <a:p>
            <a:pPr algn="ctr"/>
            <a:r>
              <a:rPr lang="en-IE" b="1" dirty="0">
                <a:solidFill>
                  <a:srgbClr val="0A4054"/>
                </a:solidFill>
              </a:rPr>
              <a:t>“Start Game”</a:t>
            </a:r>
            <a:endParaRPr lang="en-GB" b="1" dirty="0">
              <a:solidFill>
                <a:srgbClr val="0A4054"/>
              </a:solidFill>
            </a:endParaRPr>
          </a:p>
        </p:txBody>
      </p:sp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5CA457FE-F301-1B4C-F43B-FC65A74A49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3697" y="1763403"/>
            <a:ext cx="1136073" cy="113607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7F4F74-BD51-6951-4B87-26291F038F70}"/>
              </a:ext>
            </a:extLst>
          </p:cNvPr>
          <p:cNvCxnSpPr/>
          <p:nvPr/>
        </p:nvCxnSpPr>
        <p:spPr>
          <a:xfrm>
            <a:off x="2799770" y="2331439"/>
            <a:ext cx="756231" cy="0"/>
          </a:xfrm>
          <a:prstGeom prst="straightConnector1">
            <a:avLst/>
          </a:prstGeom>
          <a:ln w="69850">
            <a:solidFill>
              <a:srgbClr val="0A40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95DCCF-178B-9DC4-4371-43BB76319D2C}"/>
              </a:ext>
            </a:extLst>
          </p:cNvPr>
          <p:cNvCxnSpPr/>
          <p:nvPr/>
        </p:nvCxnSpPr>
        <p:spPr>
          <a:xfrm>
            <a:off x="6180278" y="2329160"/>
            <a:ext cx="756231" cy="0"/>
          </a:xfrm>
          <a:prstGeom prst="straightConnector1">
            <a:avLst/>
          </a:prstGeom>
          <a:ln w="69850">
            <a:solidFill>
              <a:srgbClr val="0A40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C3D66CE-722F-6FD1-8053-2DEA5FDF894B}"/>
              </a:ext>
            </a:extLst>
          </p:cNvPr>
          <p:cNvSpPr/>
          <p:nvPr/>
        </p:nvSpPr>
        <p:spPr>
          <a:xfrm>
            <a:off x="1744192" y="3370298"/>
            <a:ext cx="1711040" cy="102523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Question Schema</a:t>
            </a:r>
            <a:endParaRPr lang="en-GB" b="1" dirty="0">
              <a:solidFill>
                <a:srgbClr val="0A4054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92E0B81-FC1E-A1B3-A83D-69DA863DCD1B}"/>
              </a:ext>
            </a:extLst>
          </p:cNvPr>
          <p:cNvSpPr/>
          <p:nvPr/>
        </p:nvSpPr>
        <p:spPr>
          <a:xfrm>
            <a:off x="4020128" y="3370298"/>
            <a:ext cx="1874982" cy="102523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System Prompt (Rules)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ACBDCEC-9036-AD04-0917-52709A7EDEB1}"/>
              </a:ext>
            </a:extLst>
          </p:cNvPr>
          <p:cNvSpPr/>
          <p:nvPr/>
        </p:nvSpPr>
        <p:spPr>
          <a:xfrm>
            <a:off x="6460006" y="3358868"/>
            <a:ext cx="2471558" cy="102523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User Prompt (Category, Difficulty, count)</a:t>
            </a:r>
            <a:endParaRPr lang="en-GB" b="1" dirty="0">
              <a:solidFill>
                <a:srgbClr val="0A4054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24EA78F-5C21-D9D7-A094-71D5B0CB9EB5}"/>
              </a:ext>
            </a:extLst>
          </p:cNvPr>
          <p:cNvSpPr/>
          <p:nvPr/>
        </p:nvSpPr>
        <p:spPr>
          <a:xfrm>
            <a:off x="1744192" y="4775794"/>
            <a:ext cx="1711040" cy="102523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Validation</a:t>
            </a:r>
            <a:endParaRPr lang="en-GB" b="1" dirty="0">
              <a:solidFill>
                <a:srgbClr val="0A4054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485CDD-B9FE-1285-7399-1916DE978D84}"/>
              </a:ext>
            </a:extLst>
          </p:cNvPr>
          <p:cNvSpPr/>
          <p:nvPr/>
        </p:nvSpPr>
        <p:spPr>
          <a:xfrm>
            <a:off x="4052455" y="4752521"/>
            <a:ext cx="1711040" cy="102523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Sends Response</a:t>
            </a:r>
            <a:endParaRPr lang="en-GB" b="1" dirty="0">
              <a:solidFill>
                <a:srgbClr val="0A4054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8D3614-62B9-A791-2ED9-D39791AEC110}"/>
              </a:ext>
            </a:extLst>
          </p:cNvPr>
          <p:cNvSpPr/>
          <p:nvPr/>
        </p:nvSpPr>
        <p:spPr>
          <a:xfrm>
            <a:off x="6360718" y="4752521"/>
            <a:ext cx="1711040" cy="1025236"/>
          </a:xfrm>
          <a:prstGeom prst="roundRect">
            <a:avLst/>
          </a:prstGeom>
          <a:solidFill>
            <a:srgbClr val="F39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Saved in DB</a:t>
            </a:r>
            <a:endParaRPr lang="en-GB" b="1" dirty="0">
              <a:solidFill>
                <a:srgbClr val="0A4054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F8D96-DCF5-F4BA-5DB7-ABB506DFD1E3}"/>
              </a:ext>
            </a:extLst>
          </p:cNvPr>
          <p:cNvCxnSpPr>
            <a:cxnSpLocks/>
          </p:cNvCxnSpPr>
          <p:nvPr/>
        </p:nvCxnSpPr>
        <p:spPr>
          <a:xfrm>
            <a:off x="3572163" y="3882916"/>
            <a:ext cx="427182" cy="0"/>
          </a:xfrm>
          <a:prstGeom prst="straightConnector1">
            <a:avLst/>
          </a:prstGeom>
          <a:ln w="69850">
            <a:solidFill>
              <a:srgbClr val="0A40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FFB292-EF1B-9DF8-C311-535E41214EC6}"/>
              </a:ext>
            </a:extLst>
          </p:cNvPr>
          <p:cNvCxnSpPr>
            <a:cxnSpLocks/>
          </p:cNvCxnSpPr>
          <p:nvPr/>
        </p:nvCxnSpPr>
        <p:spPr>
          <a:xfrm>
            <a:off x="5979386" y="3882916"/>
            <a:ext cx="427182" cy="0"/>
          </a:xfrm>
          <a:prstGeom prst="straightConnector1">
            <a:avLst/>
          </a:prstGeom>
          <a:ln w="69850">
            <a:solidFill>
              <a:srgbClr val="0A40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2BF9B5-4B47-45B7-6864-6AAE4E52D64A}"/>
              </a:ext>
            </a:extLst>
          </p:cNvPr>
          <p:cNvCxnSpPr>
            <a:cxnSpLocks/>
          </p:cNvCxnSpPr>
          <p:nvPr/>
        </p:nvCxnSpPr>
        <p:spPr>
          <a:xfrm>
            <a:off x="3572163" y="5288412"/>
            <a:ext cx="427182" cy="0"/>
          </a:xfrm>
          <a:prstGeom prst="straightConnector1">
            <a:avLst/>
          </a:prstGeom>
          <a:ln w="69850">
            <a:solidFill>
              <a:srgbClr val="0A40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D27BE8-756E-F445-931D-939CBDA3AF05}"/>
              </a:ext>
            </a:extLst>
          </p:cNvPr>
          <p:cNvCxnSpPr>
            <a:cxnSpLocks/>
          </p:cNvCxnSpPr>
          <p:nvPr/>
        </p:nvCxnSpPr>
        <p:spPr>
          <a:xfrm>
            <a:off x="5895110" y="5288412"/>
            <a:ext cx="427182" cy="0"/>
          </a:xfrm>
          <a:prstGeom prst="straightConnector1">
            <a:avLst/>
          </a:prstGeom>
          <a:ln w="69850">
            <a:solidFill>
              <a:srgbClr val="0A40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EA3B99E-9406-F97D-40A5-AAE86259584F}"/>
              </a:ext>
            </a:extLst>
          </p:cNvPr>
          <p:cNvCxnSpPr/>
          <p:nvPr/>
        </p:nvCxnSpPr>
        <p:spPr>
          <a:xfrm>
            <a:off x="1459345" y="3131127"/>
            <a:ext cx="7610764" cy="0"/>
          </a:xfrm>
          <a:prstGeom prst="line">
            <a:avLst/>
          </a:prstGeom>
          <a:ln w="19050" cap="flat" cmpd="sng" algn="ctr">
            <a:solidFill>
              <a:schemeClr val="dk1">
                <a:alpha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A8B396C-0A7E-A634-50BF-1250D8EA40D3}"/>
              </a:ext>
            </a:extLst>
          </p:cNvPr>
          <p:cNvCxnSpPr/>
          <p:nvPr/>
        </p:nvCxnSpPr>
        <p:spPr>
          <a:xfrm>
            <a:off x="1459345" y="4622800"/>
            <a:ext cx="7610764" cy="0"/>
          </a:xfrm>
          <a:prstGeom prst="line">
            <a:avLst/>
          </a:prstGeom>
          <a:ln w="19050" cap="flat" cmpd="sng" algn="ctr">
            <a:solidFill>
              <a:schemeClr val="dk1">
                <a:alpha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4BE1C7-BA55-59C6-1FE7-8A279FB39D9D}"/>
              </a:ext>
            </a:extLst>
          </p:cNvPr>
          <p:cNvSpPr txBox="1"/>
          <p:nvPr/>
        </p:nvSpPr>
        <p:spPr>
          <a:xfrm>
            <a:off x="632697" y="1983150"/>
            <a:ext cx="641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000" b="1" dirty="0"/>
              <a:t>1.</a:t>
            </a:r>
            <a:endParaRPr lang="en-GB" sz="4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E2433B-55D2-5A58-936D-F9C7A65FC0EE}"/>
              </a:ext>
            </a:extLst>
          </p:cNvPr>
          <p:cNvSpPr txBox="1"/>
          <p:nvPr/>
        </p:nvSpPr>
        <p:spPr>
          <a:xfrm>
            <a:off x="632697" y="3517543"/>
            <a:ext cx="641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000" b="1" dirty="0"/>
              <a:t>2.</a:t>
            </a:r>
            <a:endParaRPr lang="en-GB" sz="4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C8E8B2-7577-1FF9-5998-DEFA5F8744BD}"/>
              </a:ext>
            </a:extLst>
          </p:cNvPr>
          <p:cNvSpPr txBox="1"/>
          <p:nvPr/>
        </p:nvSpPr>
        <p:spPr>
          <a:xfrm>
            <a:off x="632697" y="4911196"/>
            <a:ext cx="641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000" b="1" dirty="0"/>
              <a:t>3.</a:t>
            </a:r>
            <a:endParaRPr lang="en-GB" sz="4000" b="1" dirty="0"/>
          </a:p>
        </p:txBody>
      </p:sp>
    </p:spTree>
    <p:extLst>
      <p:ext uri="{BB962C8B-B14F-4D97-AF65-F5344CB8AC3E}">
        <p14:creationId xmlns:p14="http://schemas.microsoft.com/office/powerpoint/2010/main" val="106567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DE898-960A-7739-ED4C-DDF3C65E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70A14-8A9F-F597-D31A-4658E69D5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703" y="0"/>
            <a:ext cx="7360588" cy="745232"/>
          </a:xfrm>
        </p:spPr>
        <p:txBody>
          <a:bodyPr>
            <a:normAutofit/>
          </a:bodyPr>
          <a:lstStyle/>
          <a:p>
            <a:r>
              <a:rPr lang="en-US" sz="3600" dirty="0"/>
              <a:t>Automated Daily Pipeline</a:t>
            </a:r>
            <a:endParaRPr lang="en-ZA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078F81-C24B-D743-B72A-1A8156EF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078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E2B809-F76A-B424-0049-EF0ED6C55AAC}"/>
              </a:ext>
            </a:extLst>
          </p:cNvPr>
          <p:cNvSpPr/>
          <p:nvPr/>
        </p:nvSpPr>
        <p:spPr>
          <a:xfrm>
            <a:off x="695436" y="226294"/>
            <a:ext cx="1893454" cy="1016000"/>
          </a:xfrm>
          <a:prstGeom prst="roundRect">
            <a:avLst/>
          </a:prstGeom>
          <a:solidFill>
            <a:srgbClr val="66B2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Runs at 12am UTC</a:t>
            </a:r>
            <a:endParaRPr lang="en-GB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AE9F4D-4F01-721C-1892-AD3BAD3BD02A}"/>
              </a:ext>
            </a:extLst>
          </p:cNvPr>
          <p:cNvSpPr/>
          <p:nvPr/>
        </p:nvSpPr>
        <p:spPr>
          <a:xfrm>
            <a:off x="695436" y="1504375"/>
            <a:ext cx="1893455" cy="1016000"/>
          </a:xfrm>
          <a:prstGeom prst="roundRect">
            <a:avLst/>
          </a:prstGeom>
          <a:solidFill>
            <a:srgbClr val="66B2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Installs Dependencies</a:t>
            </a:r>
            <a:endParaRPr lang="en-GB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7098F0-A3A2-B8A7-0E5B-44AFB40A7890}"/>
              </a:ext>
            </a:extLst>
          </p:cNvPr>
          <p:cNvSpPr/>
          <p:nvPr/>
        </p:nvSpPr>
        <p:spPr>
          <a:xfrm>
            <a:off x="695436" y="2782456"/>
            <a:ext cx="1893454" cy="1016000"/>
          </a:xfrm>
          <a:prstGeom prst="roundRect">
            <a:avLst/>
          </a:prstGeom>
          <a:solidFill>
            <a:srgbClr val="66B2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Runs Unit Tests</a:t>
            </a:r>
            <a:endParaRPr lang="en-GB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D78BF5-3AE8-470C-682E-40D3EEB8D527}"/>
              </a:ext>
            </a:extLst>
          </p:cNvPr>
          <p:cNvSpPr/>
          <p:nvPr/>
        </p:nvSpPr>
        <p:spPr>
          <a:xfrm>
            <a:off x="695436" y="4060537"/>
            <a:ext cx="1893454" cy="1016000"/>
          </a:xfrm>
          <a:prstGeom prst="roundRect">
            <a:avLst/>
          </a:prstGeom>
          <a:solidFill>
            <a:srgbClr val="66B2B0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Calls Backend Generation</a:t>
            </a:r>
            <a:endParaRPr lang="en-GB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FBDC3A-5040-58B2-446C-6FF432759AAC}"/>
              </a:ext>
            </a:extLst>
          </p:cNvPr>
          <p:cNvSpPr/>
          <p:nvPr/>
        </p:nvSpPr>
        <p:spPr>
          <a:xfrm>
            <a:off x="695436" y="5338618"/>
            <a:ext cx="1893454" cy="1016000"/>
          </a:xfrm>
          <a:prstGeom prst="roundRect">
            <a:avLst/>
          </a:prstGeom>
          <a:solidFill>
            <a:srgbClr val="66B2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Notifies Admin if Failure</a:t>
            </a:r>
            <a:endParaRPr lang="en-GB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1E63EA-08B5-D814-B577-A0C5C9397A43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642163" y="1242294"/>
            <a:ext cx="1" cy="262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60BC36-46B1-49BE-C9C8-BBB910B7C051}"/>
              </a:ext>
            </a:extLst>
          </p:cNvPr>
          <p:cNvCxnSpPr/>
          <p:nvPr/>
        </p:nvCxnSpPr>
        <p:spPr>
          <a:xfrm>
            <a:off x="1642163" y="2520375"/>
            <a:ext cx="1" cy="262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A3DEF1-9F95-C27F-BC86-35881205E9F1}"/>
              </a:ext>
            </a:extLst>
          </p:cNvPr>
          <p:cNvCxnSpPr/>
          <p:nvPr/>
        </p:nvCxnSpPr>
        <p:spPr>
          <a:xfrm>
            <a:off x="1642163" y="3798456"/>
            <a:ext cx="1" cy="262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49208F-5588-9D93-9C51-64DDD5F034B6}"/>
              </a:ext>
            </a:extLst>
          </p:cNvPr>
          <p:cNvCxnSpPr/>
          <p:nvPr/>
        </p:nvCxnSpPr>
        <p:spPr>
          <a:xfrm>
            <a:off x="1642163" y="5091544"/>
            <a:ext cx="1" cy="262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AFBAC8-4B07-E957-6B28-A1E7272DA432}"/>
              </a:ext>
            </a:extLst>
          </p:cNvPr>
          <p:cNvSpPr/>
          <p:nvPr/>
        </p:nvSpPr>
        <p:spPr>
          <a:xfrm>
            <a:off x="4202546" y="2143415"/>
            <a:ext cx="1893454" cy="1016000"/>
          </a:xfrm>
          <a:prstGeom prst="roundRect">
            <a:avLst/>
          </a:prstGeom>
          <a:solidFill>
            <a:srgbClr val="468C8A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Selects Random Category</a:t>
            </a:r>
            <a:endParaRPr lang="en-GB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D949DD-C699-C717-F8F7-EB72A8977A77}"/>
              </a:ext>
            </a:extLst>
          </p:cNvPr>
          <p:cNvSpPr/>
          <p:nvPr/>
        </p:nvSpPr>
        <p:spPr>
          <a:xfrm>
            <a:off x="4202546" y="3429000"/>
            <a:ext cx="1893454" cy="1016000"/>
          </a:xfrm>
          <a:prstGeom prst="roundRect">
            <a:avLst/>
          </a:prstGeom>
          <a:solidFill>
            <a:srgbClr val="468C8A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Selects Random Difficulty</a:t>
            </a:r>
            <a:endParaRPr lang="en-GB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0E71D15-AF0A-2D18-0A21-0959E94A6FEF}"/>
              </a:ext>
            </a:extLst>
          </p:cNvPr>
          <p:cNvSpPr/>
          <p:nvPr/>
        </p:nvSpPr>
        <p:spPr>
          <a:xfrm>
            <a:off x="7709655" y="2776139"/>
            <a:ext cx="1893454" cy="1016000"/>
          </a:xfrm>
          <a:prstGeom prst="roundRect">
            <a:avLst/>
          </a:prstGeom>
          <a:solidFill>
            <a:srgbClr val="F39891"/>
          </a:solidFill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rgbClr val="0A4054"/>
                </a:solidFill>
              </a:rPr>
              <a:t>AI Question Generation</a:t>
            </a:r>
            <a:endParaRPr lang="en-GB" b="1" dirty="0">
              <a:solidFill>
                <a:srgbClr val="0A4054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68C900-34B7-2046-1FD0-3760420E761D}"/>
              </a:ext>
            </a:extLst>
          </p:cNvPr>
          <p:cNvSpPr txBox="1"/>
          <p:nvPr/>
        </p:nvSpPr>
        <p:spPr>
          <a:xfrm>
            <a:off x="3629892" y="2385291"/>
            <a:ext cx="5726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600" dirty="0"/>
              <a:t>{</a:t>
            </a:r>
            <a:endParaRPr lang="en-GB" sz="9600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1E6F3048-7042-27B6-9A09-9594B29E09A4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 flipV="1">
            <a:off x="2588890" y="3170121"/>
            <a:ext cx="1041002" cy="1398416"/>
          </a:xfrm>
          <a:prstGeom prst="curved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EC3BDB-B6EE-57BC-CFB3-6FBDDC813A8A}"/>
              </a:ext>
            </a:extLst>
          </p:cNvPr>
          <p:cNvCxnSpPr/>
          <p:nvPr/>
        </p:nvCxnSpPr>
        <p:spPr>
          <a:xfrm>
            <a:off x="6500088" y="3284139"/>
            <a:ext cx="96981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299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ECC0C-466B-B1EA-9739-8B53DF70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A9A4D4-EE5C-049B-A63A-AB716F52335A}"/>
              </a:ext>
            </a:extLst>
          </p:cNvPr>
          <p:cNvSpPr txBox="1"/>
          <p:nvPr/>
        </p:nvSpPr>
        <p:spPr>
          <a:xfrm>
            <a:off x="9593656" y="0"/>
            <a:ext cx="259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Architecture &amp; Tech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7FD33-7364-DE42-1750-602B77E2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53" y="6537825"/>
            <a:ext cx="437614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0F8E4-0DB2-A3D4-85CD-E060BA699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71" y="365124"/>
            <a:ext cx="11753458" cy="63552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808B7D0-138A-F2B9-F3BC-C6010A7180D6}"/>
              </a:ext>
            </a:extLst>
          </p:cNvPr>
          <p:cNvSpPr/>
          <p:nvPr/>
        </p:nvSpPr>
        <p:spPr>
          <a:xfrm>
            <a:off x="1204111" y="365124"/>
            <a:ext cx="4689696" cy="438794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7BC18D-6D48-8764-EB62-BC2F7E2A016E}"/>
              </a:ext>
            </a:extLst>
          </p:cNvPr>
          <p:cNvSpPr/>
          <p:nvPr/>
        </p:nvSpPr>
        <p:spPr>
          <a:xfrm>
            <a:off x="6002402" y="452582"/>
            <a:ext cx="3751198" cy="5246254"/>
          </a:xfrm>
          <a:prstGeom prst="rect">
            <a:avLst/>
          </a:prstGeom>
          <a:noFill/>
          <a:ln w="381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5B7A1D-F6C0-F65F-DF93-E60B40C253A4}"/>
              </a:ext>
            </a:extLst>
          </p:cNvPr>
          <p:cNvSpPr/>
          <p:nvPr/>
        </p:nvSpPr>
        <p:spPr>
          <a:xfrm>
            <a:off x="9862195" y="1828799"/>
            <a:ext cx="2043478" cy="4119419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84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07CF0-0FD2-9032-A47C-0783E07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5360-55F4-9DE5-DA22-CC673DB5A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93" y="373382"/>
            <a:ext cx="2157487" cy="615820"/>
          </a:xfrm>
        </p:spPr>
        <p:txBody>
          <a:bodyPr>
            <a:normAutofit/>
          </a:bodyPr>
          <a:lstStyle/>
          <a:p>
            <a:r>
              <a:rPr lang="en-US" sz="3600" dirty="0"/>
              <a:t>testing  </a:t>
            </a:r>
            <a:endParaRPr lang="en-ZA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4349D-25A8-E22B-AA41-CFCEDE45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5714"/>
            <a:ext cx="34479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CBDA99-3859-AD7C-F817-D1486DFBF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9479" y="1371600"/>
            <a:ext cx="6855969" cy="4300451"/>
          </a:xfrm>
        </p:spPr>
        <p:txBody>
          <a:bodyPr/>
          <a:lstStyle/>
          <a:p>
            <a:pPr marL="0" indent="0">
              <a:buNone/>
            </a:pPr>
            <a:r>
              <a:rPr lang="en-IE" b="1" dirty="0"/>
              <a:t>Manual Testing:</a:t>
            </a:r>
          </a:p>
          <a:p>
            <a:pPr lvl="1"/>
            <a:r>
              <a:rPr lang="en-IE" dirty="0"/>
              <a:t>CRUD endpoints – Swagger UI</a:t>
            </a:r>
          </a:p>
          <a:p>
            <a:pPr lvl="1"/>
            <a:r>
              <a:rPr lang="en-IE" dirty="0"/>
              <a:t>End to End playtesting </a:t>
            </a:r>
          </a:p>
          <a:p>
            <a:pPr lvl="1"/>
            <a:r>
              <a:rPr lang="en-IE" dirty="0"/>
              <a:t>Trial &amp; Error - Styling</a:t>
            </a:r>
          </a:p>
          <a:p>
            <a:pPr lvl="1"/>
            <a:r>
              <a:rPr lang="en-IE" dirty="0"/>
              <a:t>Friends/Family/Classmates – Unguided playtesting</a:t>
            </a:r>
          </a:p>
          <a:p>
            <a:pPr lvl="2"/>
            <a:r>
              <a:rPr lang="en-IE" dirty="0"/>
              <a:t>Post play survey</a:t>
            </a:r>
          </a:p>
          <a:p>
            <a:pPr lvl="2"/>
            <a:endParaRPr lang="en-IE" dirty="0"/>
          </a:p>
          <a:p>
            <a:pPr marL="0" indent="0">
              <a:buNone/>
            </a:pPr>
            <a:r>
              <a:rPr lang="en-IE" b="1" dirty="0"/>
              <a:t>Automated Testing:</a:t>
            </a:r>
          </a:p>
          <a:p>
            <a:pPr lvl="1"/>
            <a:r>
              <a:rPr lang="en-IE" dirty="0"/>
              <a:t>Run CRUD Unit Tests Daily/Every Code Push.</a:t>
            </a:r>
          </a:p>
          <a:p>
            <a:pPr lvl="1"/>
            <a:r>
              <a:rPr lang="en-IE" dirty="0"/>
              <a:t>LCOV Reports</a:t>
            </a:r>
          </a:p>
          <a:p>
            <a:pPr lvl="2"/>
            <a:endParaRPr lang="en-IE" dirty="0"/>
          </a:p>
          <a:p>
            <a:pPr lvl="2"/>
            <a:endParaRPr lang="en-I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D19AB8-16AE-C6F7-DEA5-E0D7261F6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709" y="3429000"/>
            <a:ext cx="3158836" cy="3344444"/>
          </a:xfrm>
          <a:prstGeom prst="rect">
            <a:avLst/>
          </a:prstGeom>
          <a:effectLst>
            <a:glow rad="101600">
              <a:schemeClr val="tx2">
                <a:lumMod val="75000"/>
                <a:lumOff val="25000"/>
                <a:alpha val="40000"/>
              </a:scheme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F13940-1AB8-3E79-6D22-2AE4A9366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596" y="535710"/>
            <a:ext cx="3162949" cy="2595418"/>
          </a:xfrm>
          <a:prstGeom prst="rect">
            <a:avLst/>
          </a:prstGeom>
          <a:effectLst>
            <a:glow rad="101600">
              <a:schemeClr val="tx2">
                <a:lumMod val="75000"/>
                <a:lumOff val="2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968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53D86-94FC-DB43-588E-9844AF64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0E6D-FB8B-908C-DDA5-393F7446C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47" y="316187"/>
            <a:ext cx="5466261" cy="676716"/>
          </a:xfrm>
        </p:spPr>
        <p:txBody>
          <a:bodyPr>
            <a:normAutofit/>
          </a:bodyPr>
          <a:lstStyle/>
          <a:p>
            <a:r>
              <a:rPr lang="en-US" sz="4000" dirty="0"/>
              <a:t>Problem Solving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8028D8-A7EE-7C13-78A7-05E806D1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35557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2CF37-26A5-184F-821B-9E5B82DD995E}"/>
              </a:ext>
            </a:extLst>
          </p:cNvPr>
          <p:cNvSpPr txBox="1"/>
          <p:nvPr/>
        </p:nvSpPr>
        <p:spPr>
          <a:xfrm>
            <a:off x="10776160" y="316187"/>
            <a:ext cx="1164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Goals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C9B0F-4251-584A-AF40-A94C568EFC8B}"/>
              </a:ext>
            </a:extLst>
          </p:cNvPr>
          <p:cNvSpPr txBox="1"/>
          <p:nvPr/>
        </p:nvSpPr>
        <p:spPr>
          <a:xfrm>
            <a:off x="489527" y="1856509"/>
            <a:ext cx="51261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Inconsistent responses from OpenAI’s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Moving from SQLite -&gt; 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Backend Unit Tests affecting real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Moving Validation Logic to Backend.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856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AEDF1-D313-2F19-B67E-0FB87752B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7C32-1F8C-0BCC-CB06-7E737EA55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-296814"/>
            <a:ext cx="10405174" cy="1326514"/>
          </a:xfrm>
        </p:spPr>
        <p:txBody>
          <a:bodyPr>
            <a:normAutofit/>
          </a:bodyPr>
          <a:lstStyle/>
          <a:p>
            <a:r>
              <a:rPr lang="en-US" sz="3600" dirty="0"/>
              <a:t>Future plans</a:t>
            </a:r>
            <a:endParaRPr lang="en-ZA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207F3B-ABE2-7E92-AEF4-A073AA0BBCB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1210944"/>
            <a:ext cx="6784848" cy="5035678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user Accounts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Deploy on secure server to run 24/7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Add Mobile App Compatibility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Limitations:</a:t>
            </a:r>
            <a:br>
              <a:rPr lang="en-US" b="1" dirty="0"/>
            </a:br>
            <a:r>
              <a:rPr lang="en-US" b="1" dirty="0"/>
              <a:t>OpenAI API key usage.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661433-334E-FA11-CBF0-26268C09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97164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CBC8B-087C-2B1C-E60C-9608C798369C}"/>
              </a:ext>
            </a:extLst>
          </p:cNvPr>
          <p:cNvSpPr txBox="1"/>
          <p:nvPr/>
        </p:nvSpPr>
        <p:spPr>
          <a:xfrm>
            <a:off x="9216880" y="366443"/>
            <a:ext cx="259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Project Planning</a:t>
            </a:r>
          </a:p>
        </p:txBody>
      </p:sp>
    </p:spTree>
    <p:extLst>
      <p:ext uri="{BB962C8B-B14F-4D97-AF65-F5344CB8AC3E}">
        <p14:creationId xmlns:p14="http://schemas.microsoft.com/office/powerpoint/2010/main" val="145784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867F1-7AC4-C757-CA81-DBD2BC03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48CF-61BB-36B5-DBED-ECEC4597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>
            <a:normAutofit/>
          </a:bodyPr>
          <a:lstStyle/>
          <a:p>
            <a:r>
              <a:rPr lang="en-US" sz="3600"/>
              <a:t>Ai use </a:t>
            </a:r>
            <a:endParaRPr lang="en-ZA" sz="36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BCFC3-00FB-595F-74A9-88ADBF91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60659"/>
            <a:ext cx="400212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5CC96-BBD5-8E91-8BC2-1D1B4C362E3D}"/>
              </a:ext>
            </a:extLst>
          </p:cNvPr>
          <p:cNvSpPr txBox="1"/>
          <p:nvPr/>
        </p:nvSpPr>
        <p:spPr>
          <a:xfrm>
            <a:off x="10557616" y="254122"/>
            <a:ext cx="125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sterama (Headings)"/>
              </a:rPr>
              <a:t>AI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96E23-96DE-D7B2-277E-A1E0BEE979B0}"/>
              </a:ext>
            </a:extLst>
          </p:cNvPr>
          <p:cNvSpPr txBox="1"/>
          <p:nvPr/>
        </p:nvSpPr>
        <p:spPr>
          <a:xfrm>
            <a:off x="1009650" y="1819275"/>
            <a:ext cx="906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/>
              <a:t>ChatGPT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Bug fixes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Building off concept idea (suggestions for what tools to use)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Suggestions on how to approach tasks effectively to avoid taking a wrong path due to lack of knowledge.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Tweaking minor changes within CSS files to get my desired output (centre boxes, correct padding etc)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Understanding LCOV Implementation.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gitIgnore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207CA-926D-730E-6E25-F5DC6BD6FE1A}"/>
              </a:ext>
            </a:extLst>
          </p:cNvPr>
          <p:cNvSpPr txBox="1"/>
          <p:nvPr/>
        </p:nvSpPr>
        <p:spPr>
          <a:xfrm>
            <a:off x="1009650" y="4447881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/>
              <a:t>Integration into my code: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AI responses were treated as suggestions to guide me while writing the code as apposed to finished work.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All suggestions were verified through manual testing. </a:t>
            </a:r>
            <a:br>
              <a:rPr lang="en-IE" b="1" dirty="0"/>
            </a:br>
            <a:r>
              <a:rPr lang="en-IE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39350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1C72C-E7D4-F045-11D9-6B826C20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1548-C816-2EF1-BA5B-95A06181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4946"/>
            <a:ext cx="13324840" cy="1326514"/>
          </a:xfrm>
        </p:spPr>
        <p:txBody>
          <a:bodyPr>
            <a:normAutofit/>
          </a:bodyPr>
          <a:lstStyle/>
          <a:p>
            <a:r>
              <a:rPr lang="en-US" sz="3600"/>
              <a:t>Weekly standups,</a:t>
            </a:r>
            <a:br>
              <a:rPr lang="en-US" sz="3600"/>
            </a:br>
            <a:r>
              <a:rPr lang="en-US" sz="3600"/>
              <a:t> logs, teamwork</a:t>
            </a:r>
            <a:endParaRPr lang="en-ZA" sz="3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8F750-00D1-969B-5093-1FC397D0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59" y="6492875"/>
            <a:ext cx="450917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A37BD-AE52-53CA-1D18-28ABA5ABB09A}"/>
              </a:ext>
            </a:extLst>
          </p:cNvPr>
          <p:cNvSpPr txBox="1"/>
          <p:nvPr/>
        </p:nvSpPr>
        <p:spPr>
          <a:xfrm>
            <a:off x="9216880" y="366443"/>
            <a:ext cx="2598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Project Management &amp; Collaboration</a:t>
            </a:r>
          </a:p>
          <a:p>
            <a:endParaRPr lang="en-IE" b="1">
              <a:solidFill>
                <a:schemeClr val="tx1">
                  <a:lumMod val="50000"/>
                  <a:lumOff val="50000"/>
                </a:schemeClr>
              </a:solidFill>
              <a:latin typeface="Posterama (Headings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D3CEE-2352-8F98-DB1D-FEA4C2A21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24" y="1111568"/>
            <a:ext cx="2017786" cy="45017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0C0BEF-192C-22B9-BFA5-8418969CC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48" y="1349674"/>
            <a:ext cx="4311071" cy="39476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F28852-1AF5-6550-7512-39C51160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9240" y="1111568"/>
            <a:ext cx="2903256" cy="21177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B81F3B-417B-E7E0-CF81-0CFEEBDD0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9240" y="3323511"/>
            <a:ext cx="2903256" cy="22932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5A795C-77D6-9C96-8E52-7BB0238AA321}"/>
              </a:ext>
            </a:extLst>
          </p:cNvPr>
          <p:cNvSpPr txBox="1"/>
          <p:nvPr/>
        </p:nvSpPr>
        <p:spPr>
          <a:xfrm>
            <a:off x="149290" y="1289773"/>
            <a:ext cx="22766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Software standups kept in table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Weekly Logs covering work/research completed for that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Post play survey given to players after a game run.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960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29E89-9D9E-699E-34EC-C4518F32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5489-C62F-4427-609C-CB5595C8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928" y="-258563"/>
            <a:ext cx="2355088" cy="864878"/>
          </a:xfrm>
        </p:spPr>
        <p:txBody>
          <a:bodyPr>
            <a:normAutofit/>
          </a:bodyPr>
          <a:lstStyle/>
          <a:p>
            <a:r>
              <a:rPr lang="en-US" sz="3600"/>
              <a:t>Github</a:t>
            </a:r>
            <a:r>
              <a:rPr lang="en-US"/>
              <a:t> 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99536-950F-30C2-FDCF-D38265D0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437157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49F89-66BB-D70F-AAF9-B73F667FBAC2}"/>
              </a:ext>
            </a:extLst>
          </p:cNvPr>
          <p:cNvSpPr txBox="1"/>
          <p:nvPr/>
        </p:nvSpPr>
        <p:spPr>
          <a:xfrm>
            <a:off x="9189720" y="173876"/>
            <a:ext cx="2598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>
                <a:solidFill>
                  <a:schemeClr val="tx1">
                    <a:lumMod val="50000"/>
                    <a:lumOff val="50000"/>
                  </a:schemeClr>
                </a:solidFill>
                <a:latin typeface="Posterama (Headings)"/>
              </a:rPr>
              <a:t>Project Management &amp; Collaboration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31097E-07BD-BA2E-9D0A-2A0717F43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663" y="820207"/>
            <a:ext cx="6774908" cy="13098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5CA0E9-659E-F154-618C-C4F22A73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96" y="822516"/>
            <a:ext cx="5002192" cy="55235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3F6253E-29C2-4C27-C087-2034750CD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663" y="2275994"/>
            <a:ext cx="6774908" cy="407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3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6B3DB-A3F5-D404-97AE-CC1816973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2A67-A8AB-86C2-F5B4-AA4ABCDF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-595287"/>
            <a:ext cx="6172200" cy="1249680"/>
          </a:xfrm>
        </p:spPr>
        <p:txBody>
          <a:bodyPr>
            <a:normAutofit/>
          </a:bodyPr>
          <a:lstStyle/>
          <a:p>
            <a:r>
              <a:rPr lang="en-US" sz="3600"/>
              <a:t>JIRA</a:t>
            </a:r>
            <a:endParaRPr lang="en-ZA" sz="36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F9054-7529-83A4-9113-E0C77B6B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44334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D1889-835E-302B-0174-310C28677053}"/>
              </a:ext>
            </a:extLst>
          </p:cNvPr>
          <p:cNvSpPr txBox="1"/>
          <p:nvPr/>
        </p:nvSpPr>
        <p:spPr>
          <a:xfrm>
            <a:off x="9689399" y="187157"/>
            <a:ext cx="259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sterama (Headings)"/>
              </a:rPr>
              <a:t>Concept &amp; Research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6641F43-E273-6B20-55D4-205E086C2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200"/>
          <a:stretch>
            <a:fillRect/>
          </a:stretch>
        </p:blipFill>
        <p:spPr>
          <a:xfrm>
            <a:off x="295275" y="810369"/>
            <a:ext cx="5671416" cy="197443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6A9047-F2EE-21FA-06F5-5AFA8EAD45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200"/>
          <a:stretch>
            <a:fillRect/>
          </a:stretch>
        </p:blipFill>
        <p:spPr>
          <a:xfrm>
            <a:off x="221670" y="2929848"/>
            <a:ext cx="5745019" cy="221299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8F0C73-E6D7-8141-1F88-DA89D574FF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315"/>
          <a:stretch>
            <a:fillRect/>
          </a:stretch>
        </p:blipFill>
        <p:spPr>
          <a:xfrm>
            <a:off x="221670" y="5300505"/>
            <a:ext cx="5745019" cy="115936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A153681-0D68-09B1-24E4-0FD9D710ED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4773"/>
          <a:stretch>
            <a:fillRect/>
          </a:stretch>
        </p:blipFill>
        <p:spPr>
          <a:xfrm>
            <a:off x="6096000" y="810369"/>
            <a:ext cx="6006552" cy="60135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324CD89-2958-497E-E2BE-EE6B3BD880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50935"/>
            <a:ext cx="6010254" cy="8093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2E6DA65-278D-47E3-250F-3B95D07FC7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299485"/>
            <a:ext cx="6006552" cy="8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9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>
            <a:normAutofit/>
          </a:bodyPr>
          <a:lstStyle/>
          <a:p>
            <a:r>
              <a:rPr lang="en-US" sz="6600" dirty="0"/>
              <a:t>Code Demo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18D8D-2BA3-12EA-EE93-93BBA79885E6}"/>
              </a:ext>
            </a:extLst>
          </p:cNvPr>
          <p:cNvSpPr txBox="1"/>
          <p:nvPr/>
        </p:nvSpPr>
        <p:spPr>
          <a:xfrm>
            <a:off x="2092960" y="785091"/>
            <a:ext cx="400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 err="1">
                <a:hlinkClick r:id="rId3"/>
              </a:rPr>
              <a:t>Demo_Backup_video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474C5-1C83-9EF1-D42F-4127A598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49CEC5-2A70-C880-2E82-1D5D722C0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8551" y="1480242"/>
            <a:ext cx="5615709" cy="5902859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</a:t>
            </a:r>
            <a:br>
              <a:rPr lang="en-US" sz="7200" dirty="0"/>
            </a:br>
            <a:r>
              <a:rPr lang="en-US" sz="7200" dirty="0"/>
              <a:t>you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6550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3F812E-DDE9-40A9-A0BA-64D56AFBFEB8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D01540B-037D-4E23-AFCA-FDDA3CCE135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4D714C4-5FE2-48FA-A21E-ED0E7AD4118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1166</Words>
  <Application>Microsoft Office PowerPoint</Application>
  <PresentationFormat>Widescreen</PresentationFormat>
  <Paragraphs>179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Avenir Next LT Pro Light</vt:lpstr>
      <vt:lpstr>Calibri</vt:lpstr>
      <vt:lpstr>Posterama</vt:lpstr>
      <vt:lpstr>Posterama (Headings)</vt:lpstr>
      <vt:lpstr>Custom</vt:lpstr>
      <vt:lpstr>Ranger -   an AI Quiz  game  FYP 2025  Nathan McCormack  Supervisor – Dr Fergus Downey     </vt:lpstr>
      <vt:lpstr>RECAP </vt:lpstr>
      <vt:lpstr>Sem 2 goals</vt:lpstr>
      <vt:lpstr>Game logic </vt:lpstr>
      <vt:lpstr>AI implementation</vt:lpstr>
      <vt:lpstr>Automated Daily Pipeline</vt:lpstr>
      <vt:lpstr>PowerPoint Presentation</vt:lpstr>
      <vt:lpstr>testing  </vt:lpstr>
      <vt:lpstr>Problem Solving</vt:lpstr>
      <vt:lpstr>Future plans</vt:lpstr>
      <vt:lpstr>Ai use </vt:lpstr>
      <vt:lpstr>Weekly standups,  logs, teamwork</vt:lpstr>
      <vt:lpstr>Github </vt:lpstr>
      <vt:lpstr>JIRA</vt:lpstr>
      <vt:lpstr>Code Demo </vt:lpstr>
      <vt:lpstr>Thank  you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NATHAN MC CORMACK - STUDENT</cp:lastModifiedBy>
  <cp:revision>1</cp:revision>
  <dcterms:created xsi:type="dcterms:W3CDTF">2025-12-07T19:09:58Z</dcterms:created>
  <dcterms:modified xsi:type="dcterms:W3CDTF">2026-04-27T21:06:17Z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